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90" r:id="rId2"/>
    <p:sldId id="291" r:id="rId3"/>
    <p:sldId id="310" r:id="rId4"/>
    <p:sldId id="312" r:id="rId5"/>
    <p:sldId id="294" r:id="rId6"/>
    <p:sldId id="295" r:id="rId7"/>
    <p:sldId id="317" r:id="rId8"/>
    <p:sldId id="318" r:id="rId9"/>
    <p:sldId id="314" r:id="rId10"/>
    <p:sldId id="296" r:id="rId11"/>
    <p:sldId id="315" r:id="rId12"/>
    <p:sldId id="299" r:id="rId13"/>
    <p:sldId id="300" r:id="rId14"/>
    <p:sldId id="302" r:id="rId15"/>
    <p:sldId id="313" r:id="rId16"/>
    <p:sldId id="319" r:id="rId17"/>
    <p:sldId id="320" r:id="rId18"/>
    <p:sldId id="304" r:id="rId19"/>
    <p:sldId id="305" r:id="rId20"/>
    <p:sldId id="306" r:id="rId21"/>
    <p:sldId id="307" r:id="rId22"/>
    <p:sldId id="308" r:id="rId23"/>
    <p:sldId id="309"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987358-B09E-410A-A507-2B18F55FF9FF}" v="77" dt="2026-09-10T21:10:07.732"/>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464" autoAdjust="0"/>
    <p:restoredTop sz="94660"/>
  </p:normalViewPr>
  <p:slideViewPr>
    <p:cSldViewPr snapToGrid="0">
      <p:cViewPr varScale="1">
        <p:scale>
          <a:sx n="78" d="100"/>
          <a:sy n="78" d="100"/>
        </p:scale>
        <p:origin x="1181"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chit Chaurasiya" userId="85289f1f2c930346" providerId="LiveId" clId="{E92A60A4-1010-4E78-BE8E-9ADB7BA22C01}"/>
    <pc:docChg chg="undo redo custSel mod addSld delSld modSld sldOrd">
      <pc:chgData name="Archit Chaurasiya" userId="85289f1f2c930346" providerId="LiveId" clId="{E92A60A4-1010-4E78-BE8E-9ADB7BA22C01}" dt="2026-09-10T21:26:27.430" v="1962"/>
      <pc:docMkLst>
        <pc:docMk/>
      </pc:docMkLst>
      <pc:sldChg chg="addSp delSp modSp mod">
        <pc:chgData name="Archit Chaurasiya" userId="85289f1f2c930346" providerId="LiveId" clId="{E92A60A4-1010-4E78-BE8E-9ADB7BA22C01}" dt="2026-09-10T21:12:49.409" v="1961" actId="14100"/>
        <pc:sldMkLst>
          <pc:docMk/>
          <pc:sldMk cId="952317876" sldId="291"/>
        </pc:sldMkLst>
        <pc:spChg chg="del mod">
          <ac:chgData name="Archit Chaurasiya" userId="85289f1f2c930346" providerId="LiveId" clId="{E92A60A4-1010-4E78-BE8E-9ADB7BA22C01}" dt="2026-09-10T20:59:28.327" v="1734" actId="478"/>
          <ac:spMkLst>
            <pc:docMk/>
            <pc:sldMk cId="952317876" sldId="291"/>
            <ac:spMk id="3" creationId="{B0B023FA-CFEB-ACE9-8425-7E72E307CDC5}"/>
          </ac:spMkLst>
        </pc:spChg>
        <pc:spChg chg="mod">
          <ac:chgData name="Archit Chaurasiya" userId="85289f1f2c930346" providerId="LiveId" clId="{E92A60A4-1010-4E78-BE8E-9ADB7BA22C01}" dt="2026-09-10T04:29:23.892" v="701" actId="255"/>
          <ac:spMkLst>
            <pc:docMk/>
            <pc:sldMk cId="952317876" sldId="291"/>
            <ac:spMk id="4" creationId="{A828B9EF-C084-F5D4-CA27-75AF7D995640}"/>
          </ac:spMkLst>
        </pc:spChg>
        <pc:spChg chg="mod">
          <ac:chgData name="Archit Chaurasiya" userId="85289f1f2c930346" providerId="LiveId" clId="{E92A60A4-1010-4E78-BE8E-9ADB7BA22C01}" dt="2026-09-10T04:29:17.395" v="700" actId="255"/>
          <ac:spMkLst>
            <pc:docMk/>
            <pc:sldMk cId="952317876" sldId="291"/>
            <ac:spMk id="7" creationId="{3D723CA3-EC2D-165A-F109-3759C4E9C8A4}"/>
          </ac:spMkLst>
        </pc:spChg>
        <pc:graphicFrameChg chg="mod modGraphic">
          <ac:chgData name="Archit Chaurasiya" userId="85289f1f2c930346" providerId="LiveId" clId="{E92A60A4-1010-4E78-BE8E-9ADB7BA22C01}" dt="2026-09-10T21:12:28.718" v="1957" actId="14100"/>
          <ac:graphicFrameMkLst>
            <pc:docMk/>
            <pc:sldMk cId="952317876" sldId="291"/>
            <ac:graphicFrameMk id="96" creationId="{00000000-0000-0000-0000-000000000000}"/>
          </ac:graphicFrameMkLst>
        </pc:graphicFrameChg>
        <pc:picChg chg="add del">
          <ac:chgData name="Archit Chaurasiya" userId="85289f1f2c930346" providerId="LiveId" clId="{E92A60A4-1010-4E78-BE8E-9ADB7BA22C01}" dt="2026-09-10T04:14:44.381" v="569" actId="22"/>
          <ac:picMkLst>
            <pc:docMk/>
            <pc:sldMk cId="952317876" sldId="291"/>
            <ac:picMk id="5" creationId="{1A1D6535-3A84-9D02-E529-A27B4AFD1781}"/>
          </ac:picMkLst>
        </pc:picChg>
        <pc:picChg chg="mod">
          <ac:chgData name="Archit Chaurasiya" userId="85289f1f2c930346" providerId="LiveId" clId="{E92A60A4-1010-4E78-BE8E-9ADB7BA22C01}" dt="2026-09-10T21:12:49.409" v="1961" actId="14100"/>
          <ac:picMkLst>
            <pc:docMk/>
            <pc:sldMk cId="952317876" sldId="291"/>
            <ac:picMk id="98" creationId="{00000000-0000-0000-0000-000000000000}"/>
          </ac:picMkLst>
        </pc:picChg>
      </pc:sldChg>
      <pc:sldChg chg="addSp modSp del mod">
        <pc:chgData name="Archit Chaurasiya" userId="85289f1f2c930346" providerId="LiveId" clId="{E92A60A4-1010-4E78-BE8E-9ADB7BA22C01}" dt="2026-09-10T04:24:13.509" v="683" actId="2696"/>
        <pc:sldMkLst>
          <pc:docMk/>
          <pc:sldMk cId="261653373" sldId="292"/>
        </pc:sldMkLst>
        <pc:spChg chg="mod">
          <ac:chgData name="Archit Chaurasiya" userId="85289f1f2c930346" providerId="LiveId" clId="{E92A60A4-1010-4E78-BE8E-9ADB7BA22C01}" dt="2026-09-10T04:22:37.055" v="671" actId="20577"/>
          <ac:spMkLst>
            <pc:docMk/>
            <pc:sldMk cId="261653373" sldId="292"/>
            <ac:spMk id="2" creationId="{C6F6745E-14BA-0766-CE1E-32E29663832D}"/>
          </ac:spMkLst>
        </pc:spChg>
        <pc:spChg chg="mod">
          <ac:chgData name="Archit Chaurasiya" userId="85289f1f2c930346" providerId="LiveId" clId="{E92A60A4-1010-4E78-BE8E-9ADB7BA22C01}" dt="2026-09-10T04:19:26.989" v="654" actId="255"/>
          <ac:spMkLst>
            <pc:docMk/>
            <pc:sldMk cId="261653373" sldId="292"/>
            <ac:spMk id="3" creationId="{3847FA31-EA47-D27A-9D69-AF50A3080AEC}"/>
          </ac:spMkLst>
        </pc:spChg>
        <pc:spChg chg="add mod">
          <ac:chgData name="Archit Chaurasiya" userId="85289f1f2c930346" providerId="LiveId" clId="{E92A60A4-1010-4E78-BE8E-9ADB7BA22C01}" dt="2026-09-10T04:21:24.043" v="659" actId="571"/>
          <ac:spMkLst>
            <pc:docMk/>
            <pc:sldMk cId="261653373" sldId="292"/>
            <ac:spMk id="4" creationId="{5CC5D29A-9EB4-8927-B344-C61A500A4694}"/>
          </ac:spMkLst>
        </pc:spChg>
      </pc:sldChg>
      <pc:sldChg chg="delSp modSp del mod">
        <pc:chgData name="Archit Chaurasiya" userId="85289f1f2c930346" providerId="LiveId" clId="{E92A60A4-1010-4E78-BE8E-9ADB7BA22C01}" dt="2026-09-10T04:24:25.662" v="685" actId="47"/>
        <pc:sldMkLst>
          <pc:docMk/>
          <pc:sldMk cId="619459906" sldId="293"/>
        </pc:sldMkLst>
        <pc:spChg chg="del mod">
          <ac:chgData name="Archit Chaurasiya" userId="85289f1f2c930346" providerId="LiveId" clId="{E92A60A4-1010-4E78-BE8E-9ADB7BA22C01}" dt="2026-09-10T04:22:59.802" v="677"/>
          <ac:spMkLst>
            <pc:docMk/>
            <pc:sldMk cId="619459906" sldId="293"/>
            <ac:spMk id="2" creationId="{4A1BF701-ABCA-4DF0-8330-B6AF71EF8E39}"/>
          </ac:spMkLst>
        </pc:spChg>
        <pc:spChg chg="del">
          <ac:chgData name="Archit Chaurasiya" userId="85289f1f2c930346" providerId="LiveId" clId="{E92A60A4-1010-4E78-BE8E-9ADB7BA22C01}" dt="2026-09-10T04:22:59.802" v="675" actId="478"/>
          <ac:spMkLst>
            <pc:docMk/>
            <pc:sldMk cId="619459906" sldId="293"/>
            <ac:spMk id="3" creationId="{527F30CC-07EF-8FCC-DA00-C9212F5DAECE}"/>
          </ac:spMkLst>
        </pc:spChg>
      </pc:sldChg>
      <pc:sldChg chg="modSp mod">
        <pc:chgData name="Archit Chaurasiya" userId="85289f1f2c930346" providerId="LiveId" clId="{E92A60A4-1010-4E78-BE8E-9ADB7BA22C01}" dt="2026-09-10T21:01:22.186" v="1744"/>
        <pc:sldMkLst>
          <pc:docMk/>
          <pc:sldMk cId="443603904" sldId="294"/>
        </pc:sldMkLst>
        <pc:spChg chg="mod">
          <ac:chgData name="Archit Chaurasiya" userId="85289f1f2c930346" providerId="LiveId" clId="{E92A60A4-1010-4E78-BE8E-9ADB7BA22C01}" dt="2026-09-10T21:01:22.186" v="1744"/>
          <ac:spMkLst>
            <pc:docMk/>
            <pc:sldMk cId="443603904" sldId="294"/>
            <ac:spMk id="2" creationId="{151FBD4A-3273-E454-091D-D5B0678FC299}"/>
          </ac:spMkLst>
        </pc:spChg>
        <pc:spChg chg="mod">
          <ac:chgData name="Archit Chaurasiya" userId="85289f1f2c930346" providerId="LiveId" clId="{E92A60A4-1010-4E78-BE8E-9ADB7BA22C01}" dt="2026-09-10T05:06:39.917" v="813" actId="20577"/>
          <ac:spMkLst>
            <pc:docMk/>
            <pc:sldMk cId="443603904" sldId="294"/>
            <ac:spMk id="3" creationId="{4A7608B5-9906-EFCF-959A-E89FC2E3EE19}"/>
          </ac:spMkLst>
        </pc:spChg>
      </pc:sldChg>
      <pc:sldChg chg="addSp delSp modSp mod ord">
        <pc:chgData name="Archit Chaurasiya" userId="85289f1f2c930346" providerId="LiveId" clId="{E92A60A4-1010-4E78-BE8E-9ADB7BA22C01}" dt="2026-09-10T19:56:36.855" v="1621" actId="14100"/>
        <pc:sldMkLst>
          <pc:docMk/>
          <pc:sldMk cId="3114963633" sldId="295"/>
        </pc:sldMkLst>
        <pc:spChg chg="add mod">
          <ac:chgData name="Archit Chaurasiya" userId="85289f1f2c930346" providerId="LiveId" clId="{E92A60A4-1010-4E78-BE8E-9ADB7BA22C01}" dt="2026-09-10T19:47:57.142" v="1581"/>
          <ac:spMkLst>
            <pc:docMk/>
            <pc:sldMk cId="3114963633" sldId="295"/>
            <ac:spMk id="2" creationId="{679FE78D-22C1-03ED-1B69-2E4F283103D6}"/>
          </ac:spMkLst>
        </pc:spChg>
        <pc:spChg chg="mod">
          <ac:chgData name="Archit Chaurasiya" userId="85289f1f2c930346" providerId="LiveId" clId="{E92A60A4-1010-4E78-BE8E-9ADB7BA22C01}" dt="2026-09-10T19:56:36.855" v="1621" actId="14100"/>
          <ac:spMkLst>
            <pc:docMk/>
            <pc:sldMk cId="3114963633" sldId="295"/>
            <ac:spMk id="135" creationId="{2A145802-2DD3-EEBA-7D44-210C05B98C91}"/>
          </ac:spMkLst>
        </pc:spChg>
        <pc:picChg chg="add mod">
          <ac:chgData name="Archit Chaurasiya" userId="85289f1f2c930346" providerId="LiveId" clId="{E92A60A4-1010-4E78-BE8E-9ADB7BA22C01}" dt="2026-09-10T19:53:58.156" v="1609" actId="14826"/>
          <ac:picMkLst>
            <pc:docMk/>
            <pc:sldMk cId="3114963633" sldId="295"/>
            <ac:picMk id="3" creationId="{D621D162-9F8A-C661-72B6-B0EB927A4EAD}"/>
          </ac:picMkLst>
        </pc:picChg>
        <pc:picChg chg="del">
          <ac:chgData name="Archit Chaurasiya" userId="85289f1f2c930346" providerId="LiveId" clId="{E92A60A4-1010-4E78-BE8E-9ADB7BA22C01}" dt="2026-09-10T19:42:49.610" v="1568" actId="478"/>
          <ac:picMkLst>
            <pc:docMk/>
            <pc:sldMk cId="3114963633" sldId="295"/>
            <ac:picMk id="4" creationId="{F1332F3F-EEF3-260F-52BA-62370775058E}"/>
          </ac:picMkLst>
        </pc:picChg>
      </pc:sldChg>
      <pc:sldChg chg="modSp mod ord">
        <pc:chgData name="Archit Chaurasiya" userId="85289f1f2c930346" providerId="LiveId" clId="{E92A60A4-1010-4E78-BE8E-9ADB7BA22C01}" dt="2026-09-10T20:23:42.232" v="1666" actId="14100"/>
        <pc:sldMkLst>
          <pc:docMk/>
          <pc:sldMk cId="1316545553" sldId="296"/>
        </pc:sldMkLst>
        <pc:spChg chg="mod">
          <ac:chgData name="Archit Chaurasiya" userId="85289f1f2c930346" providerId="LiveId" clId="{E92A60A4-1010-4E78-BE8E-9ADB7BA22C01}" dt="2026-09-10T20:23:42.232" v="1666" actId="14100"/>
          <ac:spMkLst>
            <pc:docMk/>
            <pc:sldMk cId="1316545553" sldId="296"/>
            <ac:spMk id="2" creationId="{B64CF172-D2AF-03D8-F919-AA7827A0D969}"/>
          </ac:spMkLst>
        </pc:spChg>
        <pc:picChg chg="mod">
          <ac:chgData name="Archit Chaurasiya" userId="85289f1f2c930346" providerId="LiveId" clId="{E92A60A4-1010-4E78-BE8E-9ADB7BA22C01}" dt="2026-09-10T20:22:09.628" v="1659" actId="14100"/>
          <ac:picMkLst>
            <pc:docMk/>
            <pc:sldMk cId="1316545553" sldId="296"/>
            <ac:picMk id="4" creationId="{26AE77B4-704A-3A83-DF19-A19BAD53F97B}"/>
          </ac:picMkLst>
        </pc:picChg>
      </pc:sldChg>
      <pc:sldChg chg="del">
        <pc:chgData name="Archit Chaurasiya" userId="85289f1f2c930346" providerId="LiveId" clId="{E92A60A4-1010-4E78-BE8E-9ADB7BA22C01}" dt="2026-09-10T19:20:16.489" v="1545" actId="2696"/>
        <pc:sldMkLst>
          <pc:docMk/>
          <pc:sldMk cId="232371894" sldId="297"/>
        </pc:sldMkLst>
      </pc:sldChg>
      <pc:sldChg chg="del">
        <pc:chgData name="Archit Chaurasiya" userId="85289f1f2c930346" providerId="LiveId" clId="{E92A60A4-1010-4E78-BE8E-9ADB7BA22C01}" dt="2026-09-10T20:29:00.798" v="1668" actId="2696"/>
        <pc:sldMkLst>
          <pc:docMk/>
          <pc:sldMk cId="445195169" sldId="298"/>
        </pc:sldMkLst>
      </pc:sldChg>
      <pc:sldChg chg="addSp delSp modSp mod">
        <pc:chgData name="Archit Chaurasiya" userId="85289f1f2c930346" providerId="LiveId" clId="{E92A60A4-1010-4E78-BE8E-9ADB7BA22C01}" dt="2026-09-10T21:02:15.641" v="1749"/>
        <pc:sldMkLst>
          <pc:docMk/>
          <pc:sldMk cId="4000696967" sldId="299"/>
        </pc:sldMkLst>
        <pc:spChg chg="mod">
          <ac:chgData name="Archit Chaurasiya" userId="85289f1f2c930346" providerId="LiveId" clId="{E92A60A4-1010-4E78-BE8E-9ADB7BA22C01}" dt="2026-09-10T21:02:15.641" v="1749"/>
          <ac:spMkLst>
            <pc:docMk/>
            <pc:sldMk cId="4000696967" sldId="299"/>
            <ac:spMk id="2" creationId="{B84A7B44-8B20-5A39-ED43-DA98D0FC7976}"/>
          </ac:spMkLst>
        </pc:spChg>
        <pc:spChg chg="mod">
          <ac:chgData name="Archit Chaurasiya" userId="85289f1f2c930346" providerId="LiveId" clId="{E92A60A4-1010-4E78-BE8E-9ADB7BA22C01}" dt="2026-09-10T05:21:04.925" v="887" actId="20577"/>
          <ac:spMkLst>
            <pc:docMk/>
            <pc:sldMk cId="4000696967" sldId="299"/>
            <ac:spMk id="3" creationId="{322462E8-EB3A-DA7D-44CB-4E757803A755}"/>
          </ac:spMkLst>
        </pc:spChg>
        <pc:picChg chg="add del">
          <ac:chgData name="Archit Chaurasiya" userId="85289f1f2c930346" providerId="LiveId" clId="{E92A60A4-1010-4E78-BE8E-9ADB7BA22C01}" dt="2026-09-10T05:15:07.440" v="855" actId="478"/>
          <ac:picMkLst>
            <pc:docMk/>
            <pc:sldMk cId="4000696967" sldId="299"/>
            <ac:picMk id="196" creationId="{00000000-0000-0000-0000-000000000000}"/>
          </ac:picMkLst>
        </pc:picChg>
      </pc:sldChg>
      <pc:sldChg chg="modSp mod">
        <pc:chgData name="Archit Chaurasiya" userId="85289f1f2c930346" providerId="LiveId" clId="{E92A60A4-1010-4E78-BE8E-9ADB7BA22C01}" dt="2026-09-10T21:05:36.655" v="1885" actId="115"/>
        <pc:sldMkLst>
          <pc:docMk/>
          <pc:sldMk cId="893417001" sldId="300"/>
        </pc:sldMkLst>
        <pc:spChg chg="mod">
          <ac:chgData name="Archit Chaurasiya" userId="85289f1f2c930346" providerId="LiveId" clId="{E92A60A4-1010-4E78-BE8E-9ADB7BA22C01}" dt="2026-09-10T21:05:36.655" v="1885" actId="115"/>
          <ac:spMkLst>
            <pc:docMk/>
            <pc:sldMk cId="893417001" sldId="300"/>
            <ac:spMk id="5" creationId="{1BD576A0-BF64-32B6-1E59-49AA2C59C5CE}"/>
          </ac:spMkLst>
        </pc:spChg>
        <pc:spChg chg="mod">
          <ac:chgData name="Archit Chaurasiya" userId="85289f1f2c930346" providerId="LiveId" clId="{E92A60A4-1010-4E78-BE8E-9ADB7BA22C01}" dt="2026-09-10T21:04:00.746" v="1768" actId="1035"/>
          <ac:spMkLst>
            <pc:docMk/>
            <pc:sldMk cId="893417001" sldId="300"/>
            <ac:spMk id="14" creationId="{7B8E599E-5B1D-59CD-4F1D-CEF8D0CA327B}"/>
          </ac:spMkLst>
        </pc:spChg>
        <pc:spChg chg="mod">
          <ac:chgData name="Archit Chaurasiya" userId="85289f1f2c930346" providerId="LiveId" clId="{E92A60A4-1010-4E78-BE8E-9ADB7BA22C01}" dt="2026-09-10T21:04:10.784" v="1792" actId="1036"/>
          <ac:spMkLst>
            <pc:docMk/>
            <pc:sldMk cId="893417001" sldId="300"/>
            <ac:spMk id="15" creationId="{B22EA981-5113-2D05-C1A2-169306E1D47C}"/>
          </ac:spMkLst>
        </pc:spChg>
        <pc:spChg chg="mod">
          <ac:chgData name="Archit Chaurasiya" userId="85289f1f2c930346" providerId="LiveId" clId="{E92A60A4-1010-4E78-BE8E-9ADB7BA22C01}" dt="2026-09-10T21:02:59.911" v="1753" actId="115"/>
          <ac:spMkLst>
            <pc:docMk/>
            <pc:sldMk cId="893417001" sldId="300"/>
            <ac:spMk id="278" creationId="{D62F03A8-A8A8-CB93-006E-7173DC866F6F}"/>
          </ac:spMkLst>
        </pc:spChg>
        <pc:picChg chg="mod">
          <ac:chgData name="Archit Chaurasiya" userId="85289f1f2c930346" providerId="LiveId" clId="{E92A60A4-1010-4E78-BE8E-9ADB7BA22C01}" dt="2026-09-10T21:04:19.875" v="1793" actId="14100"/>
          <ac:picMkLst>
            <pc:docMk/>
            <pc:sldMk cId="893417001" sldId="300"/>
            <ac:picMk id="12" creationId="{3E29AF1D-88C4-87E5-74DF-4E97121E06CE}"/>
          </ac:picMkLst>
        </pc:picChg>
        <pc:picChg chg="mod">
          <ac:chgData name="Archit Chaurasiya" userId="85289f1f2c930346" providerId="LiveId" clId="{E92A60A4-1010-4E78-BE8E-9ADB7BA22C01}" dt="2026-09-10T21:04:23.322" v="1794" actId="14100"/>
          <ac:picMkLst>
            <pc:docMk/>
            <pc:sldMk cId="893417001" sldId="300"/>
            <ac:picMk id="13" creationId="{C81444F5-0692-DD67-1759-70821E53B029}"/>
          </ac:picMkLst>
        </pc:picChg>
      </pc:sldChg>
      <pc:sldChg chg="delSp modSp del mod">
        <pc:chgData name="Archit Chaurasiya" userId="85289f1f2c930346" providerId="LiveId" clId="{E92A60A4-1010-4E78-BE8E-9ADB7BA22C01}" dt="2026-09-10T18:31:32.304" v="976" actId="2696"/>
        <pc:sldMkLst>
          <pc:docMk/>
          <pc:sldMk cId="1429961814" sldId="301"/>
        </pc:sldMkLst>
        <pc:spChg chg="mod">
          <ac:chgData name="Archit Chaurasiya" userId="85289f1f2c930346" providerId="LiveId" clId="{E92A60A4-1010-4E78-BE8E-9ADB7BA22C01}" dt="2026-09-10T18:31:27.894" v="975" actId="6549"/>
          <ac:spMkLst>
            <pc:docMk/>
            <pc:sldMk cId="1429961814" sldId="301"/>
            <ac:spMk id="2" creationId="{CCA977A3-5FA0-8FF5-E1D1-86C9ED676512}"/>
          </ac:spMkLst>
        </pc:spChg>
        <pc:picChg chg="del">
          <ac:chgData name="Archit Chaurasiya" userId="85289f1f2c930346" providerId="LiveId" clId="{E92A60A4-1010-4E78-BE8E-9ADB7BA22C01}" dt="2026-09-10T18:31:11.644" v="974" actId="478"/>
          <ac:picMkLst>
            <pc:docMk/>
            <pc:sldMk cId="1429961814" sldId="301"/>
            <ac:picMk id="4" creationId="{E430EE8C-8F89-5938-483F-00452050511A}"/>
          </ac:picMkLst>
        </pc:picChg>
      </pc:sldChg>
      <pc:sldChg chg="addSp delSp modSp mod">
        <pc:chgData name="Archit Chaurasiya" userId="85289f1f2c930346" providerId="LiveId" clId="{E92A60A4-1010-4E78-BE8E-9ADB7BA22C01}" dt="2026-09-10T21:05:49.336" v="1887"/>
        <pc:sldMkLst>
          <pc:docMk/>
          <pc:sldMk cId="3585092305" sldId="302"/>
        </pc:sldMkLst>
        <pc:spChg chg="del mod">
          <ac:chgData name="Archit Chaurasiya" userId="85289f1f2c930346" providerId="LiveId" clId="{E92A60A4-1010-4E78-BE8E-9ADB7BA22C01}" dt="2026-09-10T18:28:27.372" v="962"/>
          <ac:spMkLst>
            <pc:docMk/>
            <pc:sldMk cId="3585092305" sldId="302"/>
            <ac:spMk id="2" creationId="{9692D13D-6B69-03D8-BA22-587B943A2572}"/>
          </ac:spMkLst>
        </pc:spChg>
        <pc:spChg chg="mod">
          <ac:chgData name="Archit Chaurasiya" userId="85289f1f2c930346" providerId="LiveId" clId="{E92A60A4-1010-4E78-BE8E-9ADB7BA22C01}" dt="2026-09-10T21:05:49.336" v="1887"/>
          <ac:spMkLst>
            <pc:docMk/>
            <pc:sldMk cId="3585092305" sldId="302"/>
            <ac:spMk id="278" creationId="{A5DD5E73-E4F8-AB1C-5A5A-D4EBAD6FD1B8}"/>
          </ac:spMkLst>
        </pc:spChg>
        <pc:picChg chg="add del">
          <ac:chgData name="Archit Chaurasiya" userId="85289f1f2c930346" providerId="LiveId" clId="{E92A60A4-1010-4E78-BE8E-9ADB7BA22C01}" dt="2026-09-10T18:29:05.922" v="967" actId="22"/>
          <ac:picMkLst>
            <pc:docMk/>
            <pc:sldMk cId="3585092305" sldId="302"/>
            <ac:picMk id="4" creationId="{3E035C1B-4922-375F-B88D-BD050D4AB080}"/>
          </ac:picMkLst>
        </pc:picChg>
        <pc:picChg chg="mod">
          <ac:chgData name="Archit Chaurasiya" userId="85289f1f2c930346" providerId="LiveId" clId="{E92A60A4-1010-4E78-BE8E-9ADB7BA22C01}" dt="2026-09-10T18:31:00.437" v="973" actId="14100"/>
          <ac:picMkLst>
            <pc:docMk/>
            <pc:sldMk cId="3585092305" sldId="302"/>
            <ac:picMk id="5" creationId="{146B9DE6-C4BB-B81B-528A-B8789445C3FE}"/>
          </ac:picMkLst>
        </pc:picChg>
      </pc:sldChg>
      <pc:sldChg chg="modSp del mod">
        <pc:chgData name="Archit Chaurasiya" userId="85289f1f2c930346" providerId="LiveId" clId="{E92A60A4-1010-4E78-BE8E-9ADB7BA22C01}" dt="2026-09-10T18:33:12.035" v="977" actId="2696"/>
        <pc:sldMkLst>
          <pc:docMk/>
          <pc:sldMk cId="2601907186" sldId="303"/>
        </pc:sldMkLst>
        <pc:picChg chg="mod">
          <ac:chgData name="Archit Chaurasiya" userId="85289f1f2c930346" providerId="LiveId" clId="{E92A60A4-1010-4E78-BE8E-9ADB7BA22C01}" dt="2026-09-10T18:27:34.710" v="956" actId="1035"/>
          <ac:picMkLst>
            <pc:docMk/>
            <pc:sldMk cId="2601907186" sldId="303"/>
            <ac:picMk id="4" creationId="{BA6C1B5E-405A-0E58-2397-353A88D82B9B}"/>
          </ac:picMkLst>
        </pc:picChg>
      </pc:sldChg>
      <pc:sldChg chg="modSp mod">
        <pc:chgData name="Archit Chaurasiya" userId="85289f1f2c930346" providerId="LiveId" clId="{E92A60A4-1010-4E78-BE8E-9ADB7BA22C01}" dt="2026-09-10T21:06:47.108" v="1895"/>
        <pc:sldMkLst>
          <pc:docMk/>
          <pc:sldMk cId="2325282270" sldId="304"/>
        </pc:sldMkLst>
        <pc:spChg chg="mod">
          <ac:chgData name="Archit Chaurasiya" userId="85289f1f2c930346" providerId="LiveId" clId="{E92A60A4-1010-4E78-BE8E-9ADB7BA22C01}" dt="2026-09-10T21:06:47.108" v="1895"/>
          <ac:spMkLst>
            <pc:docMk/>
            <pc:sldMk cId="2325282270" sldId="304"/>
            <ac:spMk id="2" creationId="{6FA184BA-BCF2-3D7B-30D0-0F3CF30C161B}"/>
          </ac:spMkLst>
        </pc:spChg>
        <pc:spChg chg="mod">
          <ac:chgData name="Archit Chaurasiya" userId="85289f1f2c930346" providerId="LiveId" clId="{E92A60A4-1010-4E78-BE8E-9ADB7BA22C01}" dt="2026-09-10T18:43:55.536" v="1159" actId="14100"/>
          <ac:spMkLst>
            <pc:docMk/>
            <pc:sldMk cId="2325282270" sldId="304"/>
            <ac:spMk id="3" creationId="{ED65F54F-855A-0DB6-09A6-3212C5F7405B}"/>
          </ac:spMkLst>
        </pc:spChg>
      </pc:sldChg>
      <pc:sldChg chg="modSp mod">
        <pc:chgData name="Archit Chaurasiya" userId="85289f1f2c930346" providerId="LiveId" clId="{E92A60A4-1010-4E78-BE8E-9ADB7BA22C01}" dt="2026-09-10T21:11:29.782" v="1955" actId="255"/>
        <pc:sldMkLst>
          <pc:docMk/>
          <pc:sldMk cId="4040412275" sldId="305"/>
        </pc:sldMkLst>
        <pc:spChg chg="mod">
          <ac:chgData name="Archit Chaurasiya" userId="85289f1f2c930346" providerId="LiveId" clId="{E92A60A4-1010-4E78-BE8E-9ADB7BA22C01}" dt="2026-09-10T21:11:29.782" v="1955" actId="255"/>
          <ac:spMkLst>
            <pc:docMk/>
            <pc:sldMk cId="4040412275" sldId="305"/>
            <ac:spMk id="278" creationId="{187EEB9C-2E84-113A-3CE6-1507BF5B039F}"/>
          </ac:spMkLst>
        </pc:spChg>
        <pc:spChg chg="mod">
          <ac:chgData name="Archit Chaurasiya" userId="85289f1f2c930346" providerId="LiveId" clId="{E92A60A4-1010-4E78-BE8E-9ADB7BA22C01}" dt="2026-09-10T21:11:11.430" v="1954" actId="1037"/>
          <ac:spMkLst>
            <pc:docMk/>
            <pc:sldMk cId="4040412275" sldId="305"/>
            <ac:spMk id="279" creationId="{3711AF54-94A6-B837-31EF-9A8C4ECB9AF6}"/>
          </ac:spMkLst>
        </pc:spChg>
      </pc:sldChg>
      <pc:sldChg chg="modSp mod">
        <pc:chgData name="Archit Chaurasiya" userId="85289f1f2c930346" providerId="LiveId" clId="{E92A60A4-1010-4E78-BE8E-9ADB7BA22C01}" dt="2026-09-10T21:07:19.646" v="1904" actId="14100"/>
        <pc:sldMkLst>
          <pc:docMk/>
          <pc:sldMk cId="740028465" sldId="306"/>
        </pc:sldMkLst>
        <pc:spChg chg="mod">
          <ac:chgData name="Archit Chaurasiya" userId="85289f1f2c930346" providerId="LiveId" clId="{E92A60A4-1010-4E78-BE8E-9ADB7BA22C01}" dt="2026-09-10T21:07:19.646" v="1904" actId="14100"/>
          <ac:spMkLst>
            <pc:docMk/>
            <pc:sldMk cId="740028465" sldId="306"/>
            <ac:spMk id="278" creationId="{0668C6FD-577A-7288-5642-1AFC22BD04F2}"/>
          </ac:spMkLst>
        </pc:spChg>
        <pc:spChg chg="mod">
          <ac:chgData name="Archit Chaurasiya" userId="85289f1f2c930346" providerId="LiveId" clId="{E92A60A4-1010-4E78-BE8E-9ADB7BA22C01}" dt="2026-09-10T18:47:34.416" v="1203" actId="14100"/>
          <ac:spMkLst>
            <pc:docMk/>
            <pc:sldMk cId="740028465" sldId="306"/>
            <ac:spMk id="279" creationId="{EAFA16CB-0A72-5AC5-69A0-ABF4A752B43F}"/>
          </ac:spMkLst>
        </pc:spChg>
      </pc:sldChg>
      <pc:sldChg chg="delSp modSp mod">
        <pc:chgData name="Archit Chaurasiya" userId="85289f1f2c930346" providerId="LiveId" clId="{E92A60A4-1010-4E78-BE8E-9ADB7BA22C01}" dt="2026-09-10T21:07:43.379" v="1909" actId="20577"/>
        <pc:sldMkLst>
          <pc:docMk/>
          <pc:sldMk cId="2833482715" sldId="307"/>
        </pc:sldMkLst>
        <pc:spChg chg="mod">
          <ac:chgData name="Archit Chaurasiya" userId="85289f1f2c930346" providerId="LiveId" clId="{E92A60A4-1010-4E78-BE8E-9ADB7BA22C01}" dt="2026-09-10T19:04:04.063" v="1516" actId="1038"/>
          <ac:spMkLst>
            <pc:docMk/>
            <pc:sldMk cId="2833482715" sldId="307"/>
            <ac:spMk id="3" creationId="{4837D5EE-379B-FDC5-0854-8AC81D31FADF}"/>
          </ac:spMkLst>
        </pc:spChg>
        <pc:spChg chg="mod">
          <ac:chgData name="Archit Chaurasiya" userId="85289f1f2c930346" providerId="LiveId" clId="{E92A60A4-1010-4E78-BE8E-9ADB7BA22C01}" dt="2026-09-10T21:07:43.379" v="1909" actId="20577"/>
          <ac:spMkLst>
            <pc:docMk/>
            <pc:sldMk cId="2833482715" sldId="307"/>
            <ac:spMk id="6" creationId="{3F1C7BCA-5DD7-F4D3-A937-D1C56976DA01}"/>
          </ac:spMkLst>
        </pc:spChg>
        <pc:spChg chg="del mod topLvl">
          <ac:chgData name="Archit Chaurasiya" userId="85289f1f2c930346" providerId="LiveId" clId="{E92A60A4-1010-4E78-BE8E-9ADB7BA22C01}" dt="2026-09-10T18:53:37.664" v="1350" actId="478"/>
          <ac:spMkLst>
            <pc:docMk/>
            <pc:sldMk cId="2833482715" sldId="307"/>
            <ac:spMk id="7" creationId="{633BADBC-6623-0D21-CD7E-B05CE0A81B97}"/>
          </ac:spMkLst>
        </pc:spChg>
        <pc:grpChg chg="del">
          <ac:chgData name="Archit Chaurasiya" userId="85289f1f2c930346" providerId="LiveId" clId="{E92A60A4-1010-4E78-BE8E-9ADB7BA22C01}" dt="2026-09-10T18:53:37.664" v="1350" actId="478"/>
          <ac:grpSpMkLst>
            <pc:docMk/>
            <pc:sldMk cId="2833482715" sldId="307"/>
            <ac:grpSpMk id="8" creationId="{F8E1A664-937F-0995-A503-E9C101158D8C}"/>
          </ac:grpSpMkLst>
        </pc:grpChg>
        <pc:picChg chg="mod topLvl">
          <ac:chgData name="Archit Chaurasiya" userId="85289f1f2c930346" providerId="LiveId" clId="{E92A60A4-1010-4E78-BE8E-9ADB7BA22C01}" dt="2026-09-10T18:55:24.034" v="1356" actId="14100"/>
          <ac:picMkLst>
            <pc:docMk/>
            <pc:sldMk cId="2833482715" sldId="307"/>
            <ac:picMk id="5" creationId="{ECA1DC75-9677-2534-42C6-0CCDB0680091}"/>
          </ac:picMkLst>
        </pc:picChg>
      </pc:sldChg>
      <pc:sldChg chg="modSp mod">
        <pc:chgData name="Archit Chaurasiya" userId="85289f1f2c930346" providerId="LiveId" clId="{E92A60A4-1010-4E78-BE8E-9ADB7BA22C01}" dt="2026-09-10T21:08:03.530" v="1913" actId="14100"/>
        <pc:sldMkLst>
          <pc:docMk/>
          <pc:sldMk cId="4175177701" sldId="308"/>
        </pc:sldMkLst>
        <pc:spChg chg="mod">
          <ac:chgData name="Archit Chaurasiya" userId="85289f1f2c930346" providerId="LiveId" clId="{E92A60A4-1010-4E78-BE8E-9ADB7BA22C01}" dt="2026-09-10T21:08:03.530" v="1913" actId="14100"/>
          <ac:spMkLst>
            <pc:docMk/>
            <pc:sldMk cId="4175177701" sldId="308"/>
            <ac:spMk id="5" creationId="{CA8544A9-CF92-3FAF-D3EE-31DF90F7A64D}"/>
          </ac:spMkLst>
        </pc:spChg>
        <pc:spChg chg="mod">
          <ac:chgData name="Archit Chaurasiya" userId="85289f1f2c930346" providerId="LiveId" clId="{E92A60A4-1010-4E78-BE8E-9ADB7BA22C01}" dt="2026-09-10T19:03:42.400" v="1512" actId="14100"/>
          <ac:spMkLst>
            <pc:docMk/>
            <pc:sldMk cId="4175177701" sldId="308"/>
            <ac:spMk id="6" creationId="{C0D36B1A-26C2-CD55-1032-4CB5E4EDF305}"/>
          </ac:spMkLst>
        </pc:spChg>
        <pc:picChg chg="mod">
          <ac:chgData name="Archit Chaurasiya" userId="85289f1f2c930346" providerId="LiveId" clId="{E92A60A4-1010-4E78-BE8E-9ADB7BA22C01}" dt="2026-09-10T20:57:04.463" v="1700" actId="14100"/>
          <ac:picMkLst>
            <pc:docMk/>
            <pc:sldMk cId="4175177701" sldId="308"/>
            <ac:picMk id="4" creationId="{099C3698-991D-7A38-C456-893C84C23FC9}"/>
          </ac:picMkLst>
        </pc:picChg>
      </pc:sldChg>
      <pc:sldChg chg="addSp delSp modSp add mod">
        <pc:chgData name="Archit Chaurasiya" userId="85289f1f2c930346" providerId="LiveId" clId="{E92A60A4-1010-4E78-BE8E-9ADB7BA22C01}" dt="2026-09-10T21:01:45.097" v="1748" actId="20577"/>
        <pc:sldMkLst>
          <pc:docMk/>
          <pc:sldMk cId="2929033100" sldId="310"/>
        </pc:sldMkLst>
        <pc:spChg chg="mod">
          <ac:chgData name="Archit Chaurasiya" userId="85289f1f2c930346" providerId="LiveId" clId="{E92A60A4-1010-4E78-BE8E-9ADB7BA22C01}" dt="2026-09-10T21:01:45.097" v="1748" actId="20577"/>
          <ac:spMkLst>
            <pc:docMk/>
            <pc:sldMk cId="2929033100" sldId="310"/>
            <ac:spMk id="2" creationId="{2647B2B6-6E0B-CE77-6CDB-E68B22DFBD74}"/>
          </ac:spMkLst>
        </pc:spChg>
        <pc:spChg chg="del mod">
          <ac:chgData name="Archit Chaurasiya" userId="85289f1f2c930346" providerId="LiveId" clId="{E92A60A4-1010-4E78-BE8E-9ADB7BA22C01}" dt="2026-09-10T04:42:02.973" v="746" actId="478"/>
          <ac:spMkLst>
            <pc:docMk/>
            <pc:sldMk cId="2929033100" sldId="310"/>
            <ac:spMk id="3" creationId="{743427DB-A3BF-B59B-CC24-DD604D61DD41}"/>
          </ac:spMkLst>
        </pc:spChg>
        <pc:spChg chg="add mod">
          <ac:chgData name="Archit Chaurasiya" userId="85289f1f2c930346" providerId="LiveId" clId="{E92A60A4-1010-4E78-BE8E-9ADB7BA22C01}" dt="2026-09-10T04:28:51.008" v="699" actId="767"/>
          <ac:spMkLst>
            <pc:docMk/>
            <pc:sldMk cId="2929033100" sldId="310"/>
            <ac:spMk id="4" creationId="{E1E0EE49-3C3F-FF46-1E83-CC56FE050A3B}"/>
          </ac:spMkLst>
        </pc:spChg>
      </pc:sldChg>
      <pc:sldChg chg="addSp delSp modSp add del mod">
        <pc:chgData name="Archit Chaurasiya" userId="85289f1f2c930346" providerId="LiveId" clId="{E92A60A4-1010-4E78-BE8E-9ADB7BA22C01}" dt="2026-09-10T04:43:52.628" v="780" actId="2696"/>
        <pc:sldMkLst>
          <pc:docMk/>
          <pc:sldMk cId="4108161169" sldId="311"/>
        </pc:sldMkLst>
        <pc:spChg chg="del mod">
          <ac:chgData name="Archit Chaurasiya" userId="85289f1f2c930346" providerId="LiveId" clId="{E92A60A4-1010-4E78-BE8E-9ADB7BA22C01}" dt="2026-09-10T04:24:43.944" v="691"/>
          <ac:spMkLst>
            <pc:docMk/>
            <pc:sldMk cId="4108161169" sldId="311"/>
            <ac:spMk id="2" creationId="{164E0294-4C0E-6ACE-079A-27178912400B}"/>
          </ac:spMkLst>
        </pc:spChg>
        <pc:spChg chg="del">
          <ac:chgData name="Archit Chaurasiya" userId="85289f1f2c930346" providerId="LiveId" clId="{E92A60A4-1010-4E78-BE8E-9ADB7BA22C01}" dt="2026-09-10T04:24:43.944" v="689" actId="478"/>
          <ac:spMkLst>
            <pc:docMk/>
            <pc:sldMk cId="4108161169" sldId="311"/>
            <ac:spMk id="3" creationId="{F604FCF1-00B2-6FF9-6A34-607517A7DB61}"/>
          </ac:spMkLst>
        </pc:spChg>
        <pc:spChg chg="add mod">
          <ac:chgData name="Archit Chaurasiya" userId="85289f1f2c930346" providerId="LiveId" clId="{E92A60A4-1010-4E78-BE8E-9ADB7BA22C01}" dt="2026-09-10T04:24:56.222" v="695" actId="767"/>
          <ac:spMkLst>
            <pc:docMk/>
            <pc:sldMk cId="4108161169" sldId="311"/>
            <ac:spMk id="4" creationId="{CD13271D-B621-65CD-655F-AAFCC7BC5E06}"/>
          </ac:spMkLst>
        </pc:spChg>
        <pc:spChg chg="add del">
          <ac:chgData name="Archit Chaurasiya" userId="85289f1f2c930346" providerId="LiveId" clId="{E92A60A4-1010-4E78-BE8E-9ADB7BA22C01}" dt="2026-09-10T04:26:00.600" v="697" actId="22"/>
          <ac:spMkLst>
            <pc:docMk/>
            <pc:sldMk cId="4108161169" sldId="311"/>
            <ac:spMk id="6" creationId="{6B552FD3-B4A2-124C-986D-2847323BF56E}"/>
          </ac:spMkLst>
        </pc:spChg>
      </pc:sldChg>
      <pc:sldChg chg="addSp delSp modSp add mod">
        <pc:chgData name="Archit Chaurasiya" userId="85289f1f2c930346" providerId="LiveId" clId="{E92A60A4-1010-4E78-BE8E-9ADB7BA22C01}" dt="2026-09-10T20:58:54.665" v="1719" actId="1035"/>
        <pc:sldMkLst>
          <pc:docMk/>
          <pc:sldMk cId="1574427339" sldId="312"/>
        </pc:sldMkLst>
        <pc:spChg chg="mod">
          <ac:chgData name="Archit Chaurasiya" userId="85289f1f2c930346" providerId="LiveId" clId="{E92A60A4-1010-4E78-BE8E-9ADB7BA22C01}" dt="2026-09-10T20:58:54.665" v="1719" actId="1035"/>
          <ac:spMkLst>
            <pc:docMk/>
            <pc:sldMk cId="1574427339" sldId="312"/>
            <ac:spMk id="2" creationId="{7706B5A0-81F9-860A-1B9F-1C2647ACCC9C}"/>
          </ac:spMkLst>
        </pc:spChg>
        <pc:spChg chg="del">
          <ac:chgData name="Archit Chaurasiya" userId="85289f1f2c930346" providerId="LiveId" clId="{E92A60A4-1010-4E78-BE8E-9ADB7BA22C01}" dt="2026-09-10T04:39:59.893" v="742" actId="478"/>
          <ac:spMkLst>
            <pc:docMk/>
            <pc:sldMk cId="1574427339" sldId="312"/>
            <ac:spMk id="3" creationId="{7A98FD71-5AA6-3915-6BC8-5ADE771C4778}"/>
          </ac:spMkLst>
        </pc:spChg>
        <pc:spChg chg="add del mod">
          <ac:chgData name="Archit Chaurasiya" userId="85289f1f2c930346" providerId="LiveId" clId="{E92A60A4-1010-4E78-BE8E-9ADB7BA22C01}" dt="2026-09-10T05:10:16.052" v="843"/>
          <ac:spMkLst>
            <pc:docMk/>
            <pc:sldMk cId="1574427339" sldId="312"/>
            <ac:spMk id="4" creationId="{4958F79A-35B2-4F7C-3363-8C0541C462EF}"/>
          </ac:spMkLst>
        </pc:spChg>
      </pc:sldChg>
      <pc:sldChg chg="modSp add mod">
        <pc:chgData name="Archit Chaurasiya" userId="85289f1f2c930346" providerId="LiveId" clId="{E92A60A4-1010-4E78-BE8E-9ADB7BA22C01}" dt="2026-09-10T21:06:06.445" v="1889"/>
        <pc:sldMkLst>
          <pc:docMk/>
          <pc:sldMk cId="1521504577" sldId="313"/>
        </pc:sldMkLst>
        <pc:spChg chg="mod">
          <ac:chgData name="Archit Chaurasiya" userId="85289f1f2c930346" providerId="LiveId" clId="{E92A60A4-1010-4E78-BE8E-9ADB7BA22C01}" dt="2026-09-10T21:06:06.445" v="1889"/>
          <ac:spMkLst>
            <pc:docMk/>
            <pc:sldMk cId="1521504577" sldId="313"/>
            <ac:spMk id="278" creationId="{A57B64CB-249B-6944-5851-55C575FC2404}"/>
          </ac:spMkLst>
        </pc:spChg>
        <pc:picChg chg="mod">
          <ac:chgData name="Archit Chaurasiya" userId="85289f1f2c930346" providerId="LiveId" clId="{E92A60A4-1010-4E78-BE8E-9ADB7BA22C01}" dt="2026-09-10T18:34:30.438" v="986" actId="14100"/>
          <ac:picMkLst>
            <pc:docMk/>
            <pc:sldMk cId="1521504577" sldId="313"/>
            <ac:picMk id="5" creationId="{7CDC474C-DA4E-39EA-4178-5358DD0111CE}"/>
          </ac:picMkLst>
        </pc:picChg>
      </pc:sldChg>
      <pc:sldChg chg="modSp add mod ord">
        <pc:chgData name="Archit Chaurasiya" userId="85289f1f2c930346" providerId="LiveId" clId="{E92A60A4-1010-4E78-BE8E-9ADB7BA22C01}" dt="2026-09-10T20:03:40.646" v="1643" actId="14100"/>
        <pc:sldMkLst>
          <pc:docMk/>
          <pc:sldMk cId="4201104403" sldId="314"/>
        </pc:sldMkLst>
        <pc:spChg chg="mod">
          <ac:chgData name="Archit Chaurasiya" userId="85289f1f2c930346" providerId="LiveId" clId="{E92A60A4-1010-4E78-BE8E-9ADB7BA22C01}" dt="2026-09-10T20:03:40.646" v="1643" actId="14100"/>
          <ac:spMkLst>
            <pc:docMk/>
            <pc:sldMk cId="4201104403" sldId="314"/>
            <ac:spMk id="2" creationId="{D0C48E4A-7B5B-D061-666A-2ADBF33D5670}"/>
          </ac:spMkLst>
        </pc:spChg>
        <pc:picChg chg="mod">
          <ac:chgData name="Archit Chaurasiya" userId="85289f1f2c930346" providerId="LiveId" clId="{E92A60A4-1010-4E78-BE8E-9ADB7BA22C01}" dt="2026-09-10T19:21:32.405" v="1553" actId="14100"/>
          <ac:picMkLst>
            <pc:docMk/>
            <pc:sldMk cId="4201104403" sldId="314"/>
            <ac:picMk id="4" creationId="{B62AFBA4-6D26-5D84-C510-454A4599D0DC}"/>
          </ac:picMkLst>
        </pc:picChg>
      </pc:sldChg>
      <pc:sldChg chg="modSp add mod ord">
        <pc:chgData name="Archit Chaurasiya" userId="85289f1f2c930346" providerId="LiveId" clId="{E92A60A4-1010-4E78-BE8E-9ADB7BA22C01}" dt="2026-09-10T20:04:23.252" v="1649" actId="14100"/>
        <pc:sldMkLst>
          <pc:docMk/>
          <pc:sldMk cId="155516481" sldId="315"/>
        </pc:sldMkLst>
        <pc:spChg chg="mod">
          <ac:chgData name="Archit Chaurasiya" userId="85289f1f2c930346" providerId="LiveId" clId="{E92A60A4-1010-4E78-BE8E-9ADB7BA22C01}" dt="2026-09-10T20:04:23.252" v="1649" actId="14100"/>
          <ac:spMkLst>
            <pc:docMk/>
            <pc:sldMk cId="155516481" sldId="315"/>
            <ac:spMk id="2" creationId="{5761196F-BB6A-7E9E-491E-997281D2FEBC}"/>
          </ac:spMkLst>
        </pc:spChg>
        <pc:picChg chg="mod">
          <ac:chgData name="Archit Chaurasiya" userId="85289f1f2c930346" providerId="LiveId" clId="{E92A60A4-1010-4E78-BE8E-9ADB7BA22C01}" dt="2026-09-10T19:41:05.293" v="1567" actId="14100"/>
          <ac:picMkLst>
            <pc:docMk/>
            <pc:sldMk cId="155516481" sldId="315"/>
            <ac:picMk id="4" creationId="{8BAB50BD-A9F5-2B0E-6131-4B71361ACF4A}"/>
          </ac:picMkLst>
        </pc:picChg>
      </pc:sldChg>
      <pc:sldChg chg="add del">
        <pc:chgData name="Archit Chaurasiya" userId="85289f1f2c930346" providerId="LiveId" clId="{E92A60A4-1010-4E78-BE8E-9ADB7BA22C01}" dt="2026-09-10T20:27:59.667" v="1667" actId="2696"/>
        <pc:sldMkLst>
          <pc:docMk/>
          <pc:sldMk cId="3484465974" sldId="316"/>
        </pc:sldMkLst>
      </pc:sldChg>
      <pc:sldChg chg="modSp add mod">
        <pc:chgData name="Archit Chaurasiya" userId="85289f1f2c930346" providerId="LiveId" clId="{E92A60A4-1010-4E78-BE8E-9ADB7BA22C01}" dt="2026-09-10T19:57:21.428" v="1632" actId="20577"/>
        <pc:sldMkLst>
          <pc:docMk/>
          <pc:sldMk cId="1283765686" sldId="317"/>
        </pc:sldMkLst>
        <pc:spChg chg="mod">
          <ac:chgData name="Archit Chaurasiya" userId="85289f1f2c930346" providerId="LiveId" clId="{E92A60A4-1010-4E78-BE8E-9ADB7BA22C01}" dt="2026-09-10T19:57:21.428" v="1632" actId="20577"/>
          <ac:spMkLst>
            <pc:docMk/>
            <pc:sldMk cId="1283765686" sldId="317"/>
            <ac:spMk id="135" creationId="{07D0EE91-01E8-69E2-FF8F-9A3E81FAF65C}"/>
          </ac:spMkLst>
        </pc:spChg>
      </pc:sldChg>
      <pc:sldChg chg="modSp add mod">
        <pc:chgData name="Archit Chaurasiya" userId="85289f1f2c930346" providerId="LiveId" clId="{E92A60A4-1010-4E78-BE8E-9ADB7BA22C01}" dt="2026-09-10T20:01:14.315" v="1637" actId="207"/>
        <pc:sldMkLst>
          <pc:docMk/>
          <pc:sldMk cId="1597458697" sldId="318"/>
        </pc:sldMkLst>
        <pc:spChg chg="mod">
          <ac:chgData name="Archit Chaurasiya" userId="85289f1f2c930346" providerId="LiveId" clId="{E92A60A4-1010-4E78-BE8E-9ADB7BA22C01}" dt="2026-09-10T20:01:14.315" v="1637" actId="207"/>
          <ac:spMkLst>
            <pc:docMk/>
            <pc:sldMk cId="1597458697" sldId="318"/>
            <ac:spMk id="135" creationId="{C2787C70-BDF4-AA37-445D-A62D64257D57}"/>
          </ac:spMkLst>
        </pc:spChg>
        <pc:picChg chg="mod">
          <ac:chgData name="Archit Chaurasiya" userId="85289f1f2c930346" providerId="LiveId" clId="{E92A60A4-1010-4E78-BE8E-9ADB7BA22C01}" dt="2026-09-10T20:00:59.164" v="1634" actId="14826"/>
          <ac:picMkLst>
            <pc:docMk/>
            <pc:sldMk cId="1597458697" sldId="318"/>
            <ac:picMk id="3" creationId="{1B2732F5-911D-8DC3-A8C1-C52D9B47B0EC}"/>
          </ac:picMkLst>
        </pc:picChg>
      </pc:sldChg>
      <pc:sldChg chg="modSp add mod">
        <pc:chgData name="Archit Chaurasiya" userId="85289f1f2c930346" providerId="LiveId" clId="{E92A60A4-1010-4E78-BE8E-9ADB7BA22C01}" dt="2026-09-10T21:06:19.550" v="1891"/>
        <pc:sldMkLst>
          <pc:docMk/>
          <pc:sldMk cId="2289167101" sldId="319"/>
        </pc:sldMkLst>
        <pc:spChg chg="mod">
          <ac:chgData name="Archit Chaurasiya" userId="85289f1f2c930346" providerId="LiveId" clId="{E92A60A4-1010-4E78-BE8E-9ADB7BA22C01}" dt="2026-09-10T21:06:19.550" v="1891"/>
          <ac:spMkLst>
            <pc:docMk/>
            <pc:sldMk cId="2289167101" sldId="319"/>
            <ac:spMk id="278" creationId="{E8E1BA7C-8AB2-7F48-4E31-B93F304A46CE}"/>
          </ac:spMkLst>
        </pc:spChg>
        <pc:picChg chg="mod">
          <ac:chgData name="Archit Chaurasiya" userId="85289f1f2c930346" providerId="LiveId" clId="{E92A60A4-1010-4E78-BE8E-9ADB7BA22C01}" dt="2026-09-10T20:55:39.169" v="1694" actId="14100"/>
          <ac:picMkLst>
            <pc:docMk/>
            <pc:sldMk cId="2289167101" sldId="319"/>
            <ac:picMk id="5" creationId="{60C03430-F6C8-6063-D0E4-31D7471C1367}"/>
          </ac:picMkLst>
        </pc:picChg>
      </pc:sldChg>
      <pc:sldChg chg="modSp add del mod">
        <pc:chgData name="Archit Chaurasiya" userId="85289f1f2c930346" providerId="LiveId" clId="{E92A60A4-1010-4E78-BE8E-9ADB7BA22C01}" dt="2026-09-10T21:06:28.852" v="1893"/>
        <pc:sldMkLst>
          <pc:docMk/>
          <pc:sldMk cId="3617429613" sldId="320"/>
        </pc:sldMkLst>
        <pc:spChg chg="mod">
          <ac:chgData name="Archit Chaurasiya" userId="85289f1f2c930346" providerId="LiveId" clId="{E92A60A4-1010-4E78-BE8E-9ADB7BA22C01}" dt="2026-09-10T21:06:28.852" v="1893"/>
          <ac:spMkLst>
            <pc:docMk/>
            <pc:sldMk cId="3617429613" sldId="320"/>
            <ac:spMk id="278" creationId="{03B669F8-7A5B-B9BB-2568-3BF01DACC60E}"/>
          </ac:spMkLst>
        </pc:spChg>
        <pc:picChg chg="mod">
          <ac:chgData name="Archit Chaurasiya" userId="85289f1f2c930346" providerId="LiveId" clId="{E92A60A4-1010-4E78-BE8E-9ADB7BA22C01}" dt="2026-09-10T20:55:01.126" v="1691" actId="14100"/>
          <ac:picMkLst>
            <pc:docMk/>
            <pc:sldMk cId="3617429613" sldId="320"/>
            <ac:picMk id="5" creationId="{10162FD7-B8A6-1614-2F14-26FA3D7992C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16F462DA-6518-F6B2-158F-547B32225BAB}"/>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0D235E07-2489-4F6B-543E-F718AE661C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849DA7BD-D626-7E0E-FE61-78F95DC4E0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6446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895E699D-2375-BE94-71F9-BFFD73CF3786}"/>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8C3ADA0E-FF5A-AFBF-3E8D-C3BE8629C3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A27E2F34-3F79-9DFF-4101-775C9CE7CA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54382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434B90CF-F314-84E7-B724-12C755D8B6B3}"/>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19C8C817-2399-B4AF-204D-5F963A59BC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AA75B58E-7BA4-4B04-4B33-44457E13CE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11379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377F8F74-5045-448D-F2D1-FAE1E1B96639}"/>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52B1297F-88D9-C583-F0C8-7DCF0D5C9D9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ED6DB5D4-C599-CCD2-676C-37363CA288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32945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51B9621-A717-E327-3B20-FA9B3E43D2A1}"/>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71F88EDF-EDFE-814D-0E56-ABE0249672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5AB8B6C8-30F0-7540-2801-61E65A7527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91161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44B63450-D859-AD3E-4120-4F53FEE3AAD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5B8DA949-D232-6FD6-3063-2EE5D46B8F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C77CFF14-5464-507F-D6B7-964A2330F3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31043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1DA7C4E6-7E5B-2BA6-9AD5-73BAC51AD3E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02A3F843-928F-DBB8-8864-D8ED68830A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8E5C5FA9-7857-ECE5-6EA1-EE69878BD8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276382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97026ACC-B900-F84C-30C7-1FEE1E7E9D8E}"/>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B9E945D1-DB4A-EDDC-9245-67895E3EDB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E786D96-5672-3940-04AF-8C0C432683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723799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7DE56638-2EC8-68D8-0FF7-D38F14490771}"/>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839AEAD-6CCC-2468-2E01-08EBB9D02D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80E4403-7FB3-6152-2466-747A62E495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11477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134092961"/>
              </p:ext>
            </p:extLst>
          </p:nvPr>
        </p:nvGraphicFramePr>
        <p:xfrm>
          <a:off x="1102321" y="2600315"/>
          <a:ext cx="9949137" cy="2167128"/>
        </p:xfrm>
        <a:graphic>
          <a:graphicData uri="http://schemas.openxmlformats.org/drawingml/2006/table">
            <a:tbl>
              <a:tblPr>
                <a:noFill/>
                <a:tableStyleId>{0AAD8F4D-43EB-41E5-8A38-28AB6DFB1B60}</a:tableStyleId>
              </a:tblPr>
              <a:tblGrid>
                <a:gridCol w="2088150">
                  <a:extLst>
                    <a:ext uri="{9D8B030D-6E8A-4147-A177-3AD203B41FA5}">
                      <a16:colId xmlns:a16="http://schemas.microsoft.com/office/drawing/2014/main" val="20000"/>
                    </a:ext>
                  </a:extLst>
                </a:gridCol>
                <a:gridCol w="2066445">
                  <a:extLst>
                    <a:ext uri="{9D8B030D-6E8A-4147-A177-3AD203B41FA5}">
                      <a16:colId xmlns:a16="http://schemas.microsoft.com/office/drawing/2014/main" val="20002"/>
                    </a:ext>
                  </a:extLst>
                </a:gridCol>
                <a:gridCol w="3474025">
                  <a:extLst>
                    <a:ext uri="{9D8B030D-6E8A-4147-A177-3AD203B41FA5}">
                      <a16:colId xmlns:a16="http://schemas.microsoft.com/office/drawing/2014/main" val="20003"/>
                    </a:ext>
                  </a:extLst>
                </a:gridCol>
                <a:gridCol w="2320517">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2000" u="none" strike="noStrike" cap="none" dirty="0"/>
                        <a:t>Student Name</a:t>
                      </a:r>
                      <a:endParaRPr sz="20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2000" u="none" strike="noStrike" cap="none" dirty="0"/>
                        <a:t>Recent Passport Photo</a:t>
                      </a:r>
                      <a:endParaRPr sz="20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2000" b="0" i="0" u="none" strike="noStrike" cap="none" dirty="0">
                          <a:solidFill>
                            <a:srgbClr val="000000"/>
                          </a:solidFill>
                          <a:latin typeface="Arial"/>
                          <a:ea typeface="Calibri"/>
                          <a:cs typeface="Arial"/>
                          <a:sym typeface="Calibri"/>
                        </a:rPr>
                        <a:t>Email ID </a:t>
                      </a:r>
                      <a:endParaRPr sz="20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2000" b="0" i="0" u="none" strike="noStrike" cap="none" dirty="0">
                          <a:solidFill>
                            <a:srgbClr val="000000"/>
                          </a:solidFill>
                          <a:latin typeface="Arial"/>
                          <a:ea typeface="Calibri"/>
                          <a:cs typeface="Arial"/>
                          <a:sym typeface="Calibri"/>
                        </a:rPr>
                        <a:t>Mobile number</a:t>
                      </a:r>
                      <a:endParaRPr sz="20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2000" b="0" i="0" u="none" strike="noStrike" cap="none" dirty="0">
                          <a:solidFill>
                            <a:srgbClr val="000000"/>
                          </a:solidFill>
                          <a:latin typeface="Arial"/>
                          <a:ea typeface="Calibri"/>
                          <a:cs typeface="Arial"/>
                          <a:sym typeface="Calibri"/>
                        </a:rPr>
                        <a:t>[WhatsApp] </a:t>
                      </a:r>
                      <a:endParaRPr sz="20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lang="en-US" dirty="0"/>
                    </a:p>
                    <a:p>
                      <a:r>
                        <a:rPr lang="en-IN" sz="2000" b="0" i="0" u="none" strike="noStrike" cap="none" dirty="0">
                          <a:solidFill>
                            <a:srgbClr val="000000"/>
                          </a:solidFill>
                          <a:effectLst/>
                          <a:latin typeface="Arial"/>
                          <a:ea typeface="Arial"/>
                          <a:cs typeface="Arial"/>
                          <a:sym typeface="Arial"/>
                        </a:rPr>
                        <a:t>Archit Kumar Chaurasiya</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r>
                        <a:rPr lang="en-IN" sz="2000" b="0" i="0" u="none" strike="noStrike" cap="none" dirty="0">
                          <a:solidFill>
                            <a:srgbClr val="000000"/>
                          </a:solidFill>
                          <a:effectLst/>
                          <a:latin typeface="Arial"/>
                          <a:ea typeface="Arial"/>
                          <a:cs typeface="Arial"/>
                          <a:sym typeface="Arial"/>
                        </a:rPr>
                        <a:t>architaryan123@gmail.com</a:t>
                      </a:r>
                      <a:endParaRPr sz="2000" b="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r>
                        <a:rPr lang="en-US" sz="2000" dirty="0"/>
                        <a:t>    9369627109</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3696928" y="3628103"/>
            <a:ext cx="1042219" cy="996497"/>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523220"/>
          </a:xfrm>
          <a:prstGeom prst="rect">
            <a:avLst/>
          </a:prstGeom>
          <a:noFill/>
        </p:spPr>
        <p:txBody>
          <a:bodyPr wrap="square" rtlCol="0">
            <a:spAutoFit/>
          </a:bodyPr>
          <a:lstStyle/>
          <a:p>
            <a:r>
              <a:rPr lang="en-US" sz="2800" b="1" dirty="0"/>
              <a:t>Domain of  Project – </a:t>
            </a:r>
            <a:r>
              <a:rPr lang="en-US" sz="2800" b="1" dirty="0">
                <a:solidFill>
                  <a:schemeClr val="tx1"/>
                </a:solidFill>
              </a:rPr>
              <a:t>Healthcare</a:t>
            </a:r>
            <a:endParaRPr lang="en-IN" sz="2800" b="1" dirty="0">
              <a:solidFill>
                <a:schemeClr val="tx1"/>
              </a:solidFill>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523220"/>
          </a:xfrm>
          <a:prstGeom prst="rect">
            <a:avLst/>
          </a:prstGeom>
          <a:noFill/>
        </p:spPr>
        <p:txBody>
          <a:bodyPr wrap="square" rtlCol="0">
            <a:spAutoFit/>
          </a:bodyPr>
          <a:lstStyle/>
          <a:p>
            <a:r>
              <a:rPr lang="en-US" sz="2800" b="1" dirty="0"/>
              <a:t>Project Tile – </a:t>
            </a:r>
            <a:r>
              <a:rPr lang="en-IN" sz="2800" b="1" dirty="0">
                <a:solidFill>
                  <a:schemeClr val="tx1"/>
                </a:solidFill>
              </a:rPr>
              <a:t>Nutrition Agent</a:t>
            </a:r>
          </a:p>
        </p:txBody>
      </p:sp>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E3B21838-6ECB-804E-CE10-E6D98618C09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647B2B6-6E0B-CE77-6CDB-E68B22DFBD74}"/>
              </a:ext>
            </a:extLst>
          </p:cNvPr>
          <p:cNvSpPr txBox="1"/>
          <p:nvPr/>
        </p:nvSpPr>
        <p:spPr>
          <a:xfrm>
            <a:off x="576072" y="356354"/>
            <a:ext cx="10607040" cy="6555641"/>
          </a:xfrm>
          <a:prstGeom prst="rect">
            <a:avLst/>
          </a:prstGeom>
          <a:noFill/>
        </p:spPr>
        <p:txBody>
          <a:bodyPr wrap="square" rtlCol="0">
            <a:spAutoFit/>
          </a:bodyPr>
          <a:lstStyle/>
          <a:p>
            <a:pPr fontAlgn="base"/>
            <a:r>
              <a:rPr lang="en-US" sz="2800" b="1" dirty="0"/>
              <a:t>Problem Statement : Nutrition Agent</a:t>
            </a:r>
            <a:r>
              <a:rPr lang="en-US" dirty="0"/>
              <a:t> </a:t>
            </a:r>
          </a:p>
          <a:p>
            <a:pPr fontAlgn="base"/>
            <a:endParaRPr lang="en-US" b="1" dirty="0"/>
          </a:p>
          <a:p>
            <a:pPr fontAlgn="base"/>
            <a:r>
              <a:rPr lang="en-US" sz="2400" b="1" dirty="0"/>
              <a:t>The Challenge</a:t>
            </a:r>
            <a:r>
              <a:rPr lang="en-US" sz="2400" dirty="0"/>
              <a:t> –</a:t>
            </a:r>
          </a:p>
          <a:p>
            <a:pPr fontAlgn="base"/>
            <a:r>
              <a:rPr lang="en-US" sz="2000" dirty="0"/>
              <a:t>Good nutrition is the foundation of health, but individuals often struggle with </a:t>
            </a:r>
            <a:r>
              <a:rPr lang="en-US" sz="2000" b="1" dirty="0"/>
              <a:t>diet planning, portion control, and tracking nutritional intake</a:t>
            </a:r>
            <a:r>
              <a:rPr lang="en-US" sz="2000" dirty="0"/>
              <a:t>. Information about healthy diets, disease-specific nutrition, and food composition is scattered across unreliable sources. Without </a:t>
            </a:r>
            <a:r>
              <a:rPr lang="en-US" sz="2000" b="1" dirty="0"/>
              <a:t>personalized, real-time guidance</a:t>
            </a:r>
            <a:r>
              <a:rPr lang="en-US" sz="2000" dirty="0"/>
              <a:t>, many fail to maintain balanced diets or make informed food choices. </a:t>
            </a:r>
          </a:p>
          <a:p>
            <a:pPr fontAlgn="base"/>
            <a:endParaRPr lang="en-US" sz="2800" b="1" dirty="0"/>
          </a:p>
          <a:p>
            <a:pPr fontAlgn="base"/>
            <a:r>
              <a:rPr lang="en-US" sz="2400" b="1" dirty="0"/>
              <a:t>The Objective</a:t>
            </a:r>
            <a:r>
              <a:rPr lang="en-US" sz="2400" dirty="0"/>
              <a:t> –</a:t>
            </a:r>
          </a:p>
          <a:p>
            <a:pPr fontAlgn="base"/>
            <a:r>
              <a:rPr lang="en-US" sz="2000" dirty="0"/>
              <a:t>Build an </a:t>
            </a:r>
            <a:r>
              <a:rPr lang="en-US" sz="2000" b="1" dirty="0"/>
              <a:t>AI-powered Nutrition Agent</a:t>
            </a:r>
            <a:r>
              <a:rPr lang="en-US" sz="2000" dirty="0"/>
              <a:t> that delivers </a:t>
            </a:r>
            <a:r>
              <a:rPr lang="en-US" sz="2000" b="1" dirty="0"/>
              <a:t>personalized dietary insights and guidance</a:t>
            </a:r>
            <a:r>
              <a:rPr lang="en-US" sz="2000" dirty="0"/>
              <a:t> for individuals, families, and health professionals. The solution should: </a:t>
            </a:r>
          </a:p>
          <a:p>
            <a:pPr fontAlgn="base"/>
            <a:endParaRPr lang="en-US" sz="2000" dirty="0"/>
          </a:p>
          <a:p>
            <a:pPr marL="285750" indent="-285750" fontAlgn="base">
              <a:buFont typeface="Arial" panose="020B0604020202020204" pitchFamily="34" charset="0"/>
              <a:buChar char="•"/>
            </a:pPr>
            <a:r>
              <a:rPr lang="en-US" sz="2000" b="1" dirty="0"/>
              <a:t>Personalized Diet Plans</a:t>
            </a:r>
            <a:r>
              <a:rPr lang="en-US" sz="2000" dirty="0"/>
              <a:t> – Recommend meals based on age, health conditions, allergies, cultural preferences, and fitness goals. </a:t>
            </a:r>
          </a:p>
          <a:p>
            <a:pPr fontAlgn="base"/>
            <a:endParaRPr lang="en-US" sz="2000" dirty="0"/>
          </a:p>
          <a:p>
            <a:pPr marL="285750" indent="-285750" fontAlgn="base">
              <a:buFont typeface="Arial" panose="020B0604020202020204" pitchFamily="34" charset="0"/>
              <a:buChar char="•"/>
            </a:pPr>
            <a:r>
              <a:rPr lang="en-US" sz="2000" b="1" dirty="0"/>
              <a:t>Food Data RAG Retrieval</a:t>
            </a:r>
            <a:r>
              <a:rPr lang="en-US" sz="2000" dirty="0"/>
              <a:t> – Fetch and summarize nutritional values (calories, macros, vitamins) from reliable sources. </a:t>
            </a:r>
          </a:p>
          <a:p>
            <a:pPr marL="285750" indent="-285750" fontAlgn="base">
              <a:buFont typeface="Arial" panose="020B0604020202020204" pitchFamily="34" charset="0"/>
              <a:buChar char="•"/>
            </a:pPr>
            <a:endParaRPr lang="en-US" sz="2000" dirty="0"/>
          </a:p>
          <a:p>
            <a:endParaRPr lang="en-IN" dirty="0"/>
          </a:p>
        </p:txBody>
      </p:sp>
    </p:spTree>
    <p:extLst>
      <p:ext uri="{BB962C8B-B14F-4D97-AF65-F5344CB8AC3E}">
        <p14:creationId xmlns:p14="http://schemas.microsoft.com/office/powerpoint/2010/main" val="29290331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47B466FA-2878-53BE-A3EE-7A89A08B187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706B5A0-81F9-860A-1B9F-1C2647ACCC9C}"/>
              </a:ext>
            </a:extLst>
          </p:cNvPr>
          <p:cNvSpPr txBox="1"/>
          <p:nvPr/>
        </p:nvSpPr>
        <p:spPr>
          <a:xfrm>
            <a:off x="576072" y="600666"/>
            <a:ext cx="10607040" cy="5632311"/>
          </a:xfrm>
          <a:prstGeom prst="rect">
            <a:avLst/>
          </a:prstGeom>
          <a:noFill/>
        </p:spPr>
        <p:txBody>
          <a:bodyPr wrap="square" rtlCol="0">
            <a:spAutoFit/>
          </a:bodyPr>
          <a:lstStyle/>
          <a:p>
            <a:pPr marL="285750" indent="-285750" fontAlgn="base">
              <a:buFont typeface="Arial" panose="020B0604020202020204" pitchFamily="34" charset="0"/>
              <a:buChar char="•"/>
            </a:pPr>
            <a:r>
              <a:rPr lang="en-US" sz="2000" b="1" dirty="0"/>
              <a:t>Diet Tracking &amp; Feedback</a:t>
            </a:r>
            <a:r>
              <a:rPr lang="en-US" sz="2000" dirty="0"/>
              <a:t> – Allow users to log meals via text, images, or voice, and provide instant nutritional analysis.</a:t>
            </a:r>
          </a:p>
          <a:p>
            <a:pPr fontAlgn="base"/>
            <a:endParaRPr lang="en-US" sz="2000" b="1" dirty="0"/>
          </a:p>
          <a:p>
            <a:pPr marL="285750" indent="-285750" fontAlgn="base">
              <a:buFont typeface="Arial" panose="020B0604020202020204" pitchFamily="34" charset="0"/>
              <a:buChar char="•"/>
            </a:pPr>
            <a:r>
              <a:rPr lang="en-US" sz="2000" b="1" dirty="0"/>
              <a:t>Preventive Health Focus</a:t>
            </a:r>
            <a:r>
              <a:rPr lang="en-US" sz="2000" dirty="0"/>
              <a:t> – Suggest diets for chronic disease management (e.g., diabetes-friendly or heart-healthy plans). </a:t>
            </a:r>
          </a:p>
          <a:p>
            <a:pPr fontAlgn="base"/>
            <a:endParaRPr lang="en-US" sz="2000" dirty="0"/>
          </a:p>
          <a:p>
            <a:pPr marL="285750" indent="-285750" fontAlgn="base">
              <a:buFont typeface="Arial" panose="020B0604020202020204" pitchFamily="34" charset="0"/>
              <a:buChar char="•"/>
            </a:pPr>
            <a:r>
              <a:rPr lang="en-US" sz="2000" b="1" dirty="0"/>
              <a:t>Multi-Agent System</a:t>
            </a:r>
            <a:r>
              <a:rPr lang="en-US" sz="2000" dirty="0"/>
              <a:t> – </a:t>
            </a:r>
          </a:p>
          <a:p>
            <a:pPr fontAlgn="base"/>
            <a:endParaRPr lang="en-US" sz="2000" dirty="0"/>
          </a:p>
          <a:p>
            <a:pPr marL="285750" indent="-285750" fontAlgn="base">
              <a:buFont typeface="Arial" panose="020B0604020202020204" pitchFamily="34" charset="0"/>
              <a:buChar char="•"/>
            </a:pPr>
            <a:r>
              <a:rPr lang="en-US" sz="2000" b="1" dirty="0"/>
              <a:t>Nutrition Knowledge Agent</a:t>
            </a:r>
            <a:r>
              <a:rPr lang="en-US" sz="2000" dirty="0"/>
              <a:t> (fetches nutritional data) </a:t>
            </a:r>
          </a:p>
          <a:p>
            <a:pPr marL="285750" indent="-285750" fontAlgn="base">
              <a:buFont typeface="Arial" panose="020B0604020202020204" pitchFamily="34" charset="0"/>
              <a:buChar char="•"/>
            </a:pPr>
            <a:endParaRPr lang="en-US" sz="2000" dirty="0"/>
          </a:p>
          <a:p>
            <a:pPr marL="285750" indent="-285750" fontAlgn="base">
              <a:buFont typeface="Arial" panose="020B0604020202020204" pitchFamily="34" charset="0"/>
              <a:buChar char="•"/>
            </a:pPr>
            <a:r>
              <a:rPr lang="en-US" sz="2000" b="1" dirty="0"/>
              <a:t>Diet Recommendation Agent</a:t>
            </a:r>
            <a:r>
              <a:rPr lang="en-US" sz="2000" dirty="0"/>
              <a:t> (personalized meal plans) </a:t>
            </a:r>
          </a:p>
          <a:p>
            <a:pPr marL="285750" indent="-285750" fontAlgn="base">
              <a:buFont typeface="Arial" panose="020B0604020202020204" pitchFamily="34" charset="0"/>
              <a:buChar char="•"/>
            </a:pPr>
            <a:endParaRPr lang="en-US" sz="2000" dirty="0"/>
          </a:p>
          <a:p>
            <a:pPr marL="285750" indent="-285750" fontAlgn="base">
              <a:buFont typeface="Arial" panose="020B0604020202020204" pitchFamily="34" charset="0"/>
              <a:buChar char="•"/>
            </a:pPr>
            <a:r>
              <a:rPr lang="en-US" sz="2000" b="1" dirty="0"/>
              <a:t>Health Advisory Agent</a:t>
            </a:r>
            <a:r>
              <a:rPr lang="en-US" sz="2000" dirty="0"/>
              <a:t> (preventive health suggestions) </a:t>
            </a:r>
          </a:p>
          <a:p>
            <a:pPr marL="285750" indent="-285750" fontAlgn="base">
              <a:buFont typeface="Arial" panose="020B0604020202020204" pitchFamily="34" charset="0"/>
              <a:buChar char="•"/>
            </a:pPr>
            <a:endParaRPr lang="en-US" sz="2000" dirty="0"/>
          </a:p>
          <a:p>
            <a:pPr marL="285750" indent="-285750" fontAlgn="base">
              <a:buFont typeface="Arial" panose="020B0604020202020204" pitchFamily="34" charset="0"/>
              <a:buChar char="•"/>
            </a:pPr>
            <a:r>
              <a:rPr lang="en-US" sz="2000" b="1" dirty="0"/>
              <a:t>Food Log &amp; Feedback Agent</a:t>
            </a:r>
            <a:r>
              <a:rPr lang="en-US" sz="2000" dirty="0"/>
              <a:t> (meal tracking + analysis) </a:t>
            </a:r>
          </a:p>
          <a:p>
            <a:pPr marL="285750" indent="-285750" fontAlgn="base">
              <a:buFont typeface="Arial" panose="020B0604020202020204" pitchFamily="34" charset="0"/>
              <a:buChar char="•"/>
            </a:pPr>
            <a:endParaRPr lang="en-US" sz="2000" dirty="0"/>
          </a:p>
          <a:p>
            <a:pPr marL="285750" indent="-285750" fontAlgn="base">
              <a:buFont typeface="Arial" panose="020B0604020202020204" pitchFamily="34" charset="0"/>
              <a:buChar char="•"/>
            </a:pPr>
            <a:r>
              <a:rPr lang="en-US" sz="2000" b="1" dirty="0"/>
              <a:t>Visualization Dashboard</a:t>
            </a:r>
            <a:r>
              <a:rPr lang="en-US" sz="2000" dirty="0"/>
              <a:t> – Show daily/weekly nutrient intake, deficiencies, and progress toward health goals. </a:t>
            </a:r>
          </a:p>
        </p:txBody>
      </p:sp>
    </p:spTree>
    <p:extLst>
      <p:ext uri="{BB962C8B-B14F-4D97-AF65-F5344CB8AC3E}">
        <p14:creationId xmlns:p14="http://schemas.microsoft.com/office/powerpoint/2010/main" val="1574427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523220"/>
          </a:xfrm>
          <a:prstGeom prst="rect">
            <a:avLst/>
          </a:prstGeom>
          <a:noFill/>
        </p:spPr>
        <p:txBody>
          <a:bodyPr wrap="square" lIns="91440" tIns="45720" rIns="91440" bIns="45720" rtlCol="0" anchor="t">
            <a:spAutoFit/>
          </a:bodyPr>
          <a:lstStyle/>
          <a:p>
            <a:r>
              <a:rPr lang="en-US" sz="2800" b="1" dirty="0"/>
              <a:t>Technology Used </a:t>
            </a:r>
            <a:r>
              <a:rPr lang="en-US" sz="2800" dirty="0"/>
              <a:t>–</a:t>
            </a:r>
            <a:endParaRPr lang="en-IN" sz="28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940088"/>
          </a:xfrm>
          <a:prstGeom prst="rect">
            <a:avLst/>
          </a:prstGeom>
          <a:noFill/>
        </p:spPr>
        <p:txBody>
          <a:bodyPr wrap="square" rtlCol="0">
            <a:spAutoFit/>
          </a:bodyPr>
          <a:lstStyle/>
          <a:p>
            <a:pPr marL="285750" indent="-285750">
              <a:buFont typeface="Arial" panose="020B0604020202020204" pitchFamily="34" charset="0"/>
              <a:buChar char="•"/>
            </a:pPr>
            <a:r>
              <a:rPr lang="en-US" sz="2000" b="1" dirty="0"/>
              <a:t>IBM Bob platform </a:t>
            </a:r>
            <a:r>
              <a:rPr lang="en-US" sz="2000" dirty="0"/>
              <a:t>-</a:t>
            </a:r>
            <a:r>
              <a:rPr lang="en-IN" sz="2000" dirty="0"/>
              <a:t>Used to design and develop the Nutrition Agent and manage its workflow.</a:t>
            </a: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IBM Granite model </a:t>
            </a:r>
            <a:r>
              <a:rPr lang="en-US" sz="2000" dirty="0"/>
              <a:t>– </a:t>
            </a:r>
            <a:r>
              <a:rPr lang="en-US" sz="2000" b="1" dirty="0"/>
              <a:t>(</a:t>
            </a:r>
            <a:r>
              <a:rPr lang="en-IN" sz="2000" b="1" dirty="0"/>
              <a:t>granite-4-h-small)</a:t>
            </a:r>
            <a:br>
              <a:rPr lang="en-IN" sz="2000" dirty="0"/>
            </a:br>
            <a:r>
              <a:rPr lang="en-IN" sz="2000" dirty="0"/>
              <a:t>Used for understanding user queries, applying reasoning, and generating relevant and personalized nutrition-related responses.</a:t>
            </a:r>
          </a:p>
          <a:p>
            <a:endParaRPr lang="en-US" sz="2000" dirty="0"/>
          </a:p>
          <a:p>
            <a:pPr marL="285750" indent="-285750">
              <a:buFont typeface="Arial" panose="020B0604020202020204" pitchFamily="34" charset="0"/>
              <a:buChar char="•"/>
            </a:pPr>
            <a:r>
              <a:rPr lang="en-US" sz="2000" b="1" dirty="0"/>
              <a:t>IBM Cloud </a:t>
            </a:r>
            <a:r>
              <a:rPr lang="en-US" sz="2000" dirty="0"/>
              <a:t>– It provides the infrastructure to build, deploy, and scale the Nutrition Agent efficiently. IBM Cloud enables a </a:t>
            </a:r>
            <a:r>
              <a:rPr lang="en-US" sz="2000" b="1" dirty="0"/>
              <a:t>reliable, secure, and scalable environment</a:t>
            </a:r>
            <a:r>
              <a:rPr lang="en-US" sz="2000" dirty="0"/>
              <a:t> for deploying the Nutrition Agent.</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RAG– </a:t>
            </a:r>
            <a:r>
              <a:rPr lang="en-US" sz="2000" dirty="0"/>
              <a:t>RAG to </a:t>
            </a:r>
            <a:r>
              <a:rPr lang="en-US" sz="2000" b="1" dirty="0"/>
              <a:t>fetch real data first, then generate intelligent answers</a:t>
            </a:r>
            <a:r>
              <a:rPr lang="en-US" sz="2000" dirty="0"/>
              <a:t>, making the Nutrition Agent more trustworthy and effective.</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IBM Watsonx.ai - </a:t>
            </a:r>
            <a:r>
              <a:rPr lang="en-US" sz="2000" dirty="0"/>
              <a:t>For model deployment, embeddings, and AI governance</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endParaRPr lang="en-US" sz="2000" dirty="0"/>
          </a:p>
          <a:p>
            <a:endParaRPr lang="en-IN" sz="2000"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206477" y="323239"/>
            <a:ext cx="12309987"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IN" sz="2800" b="1" dirty="0">
                <a:solidFill>
                  <a:schemeClr val="tx1"/>
                </a:solidFill>
              </a:rPr>
              <a:t>IBM </a:t>
            </a:r>
            <a:r>
              <a:rPr lang="en-IN" sz="2800" b="1" dirty="0" err="1">
                <a:solidFill>
                  <a:schemeClr val="tx1"/>
                </a:solidFill>
              </a:rPr>
              <a:t>watsonx</a:t>
            </a:r>
            <a:r>
              <a:rPr lang="en-IN" sz="2800" b="1" dirty="0">
                <a:solidFill>
                  <a:schemeClr val="tx1"/>
                </a:solidFill>
              </a:rPr>
              <a:t> Orchestrate – Nutrition Agent Response Demonstration</a:t>
            </a:r>
            <a:endParaRPr sz="2800" b="1" dirty="0">
              <a:solidFill>
                <a:schemeClr val="tx1"/>
              </a:solidFill>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79FE78D-22C1-03ED-1B69-2E4F283103D6}"/>
              </a:ext>
            </a:extLst>
          </p:cNvPr>
          <p:cNvSpPr txBox="1"/>
          <p:nvPr/>
        </p:nvSpPr>
        <p:spPr>
          <a:xfrm>
            <a:off x="648929" y="963561"/>
            <a:ext cx="184731" cy="307777"/>
          </a:xfrm>
          <a:prstGeom prst="rect">
            <a:avLst/>
          </a:prstGeom>
          <a:noFill/>
        </p:spPr>
        <p:txBody>
          <a:bodyPr wrap="none" rtlCol="0">
            <a:spAutoFit/>
          </a:bodyPr>
          <a:lstStyle/>
          <a:p>
            <a:endParaRPr lang="en-IN" dirty="0"/>
          </a:p>
        </p:txBody>
      </p:sp>
      <p:pic>
        <p:nvPicPr>
          <p:cNvPr id="3" name="Picture 2">
            <a:extLst>
              <a:ext uri="{FF2B5EF4-FFF2-40B4-BE49-F238E27FC236}">
                <a16:creationId xmlns:a16="http://schemas.microsoft.com/office/drawing/2014/main" id="{D621D162-9F8A-C661-72B6-B0EB927A4EAD}"/>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572668" y="944064"/>
            <a:ext cx="10970403" cy="5570907"/>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54159389-8B4A-1382-C45C-3B20F240660B}"/>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07D0EE91-01E8-69E2-FF8F-9A3E81FAF65C}"/>
              </a:ext>
            </a:extLst>
          </p:cNvPr>
          <p:cNvSpPr/>
          <p:nvPr/>
        </p:nvSpPr>
        <p:spPr>
          <a:xfrm>
            <a:off x="537590" y="323239"/>
            <a:ext cx="10283406"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IN" sz="2800" b="1" dirty="0">
                <a:solidFill>
                  <a:schemeClr val="tx1"/>
                </a:solidFill>
              </a:rPr>
              <a:t>IBM </a:t>
            </a:r>
            <a:r>
              <a:rPr lang="en-IN" sz="2800" b="1" dirty="0" err="1">
                <a:solidFill>
                  <a:schemeClr val="tx1"/>
                </a:solidFill>
              </a:rPr>
              <a:t>watsonx</a:t>
            </a:r>
            <a:r>
              <a:rPr lang="en-IN" sz="2800" b="1" dirty="0">
                <a:solidFill>
                  <a:schemeClr val="tx1"/>
                </a:solidFill>
              </a:rPr>
              <a:t> Orchestrate – Nutrition Agent Deployment</a:t>
            </a:r>
            <a:endParaRPr sz="2800" b="1" dirty="0">
              <a:solidFill>
                <a:schemeClr val="tx1"/>
              </a:solidFill>
              <a:sym typeface="Times New Roman"/>
            </a:endParaRPr>
          </a:p>
        </p:txBody>
      </p:sp>
      <p:sp>
        <p:nvSpPr>
          <p:cNvPr id="148" name="Google Shape;148;p5">
            <a:extLst>
              <a:ext uri="{FF2B5EF4-FFF2-40B4-BE49-F238E27FC236}">
                <a16:creationId xmlns:a16="http://schemas.microsoft.com/office/drawing/2014/main" id="{3A107F65-3073-6C93-B561-0D9B74557AF7}"/>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44D8E034-7B85-0415-783A-D126C061BF75}"/>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2161AAAA-0D2D-E25A-7A3F-2F97A1F0B28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78A8D0DC-201E-8A1F-3D57-A147CF5A7852}"/>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4E931E8D-856C-B7C6-A1CE-EC1539C0CDF4}"/>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D935E68F-A2EE-42F6-5842-5244EB38F6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5D1ED1EA-18FF-CBB2-AFAC-768B8AF6F595}"/>
              </a:ext>
            </a:extLst>
          </p:cNvPr>
          <p:cNvSpPr txBox="1"/>
          <p:nvPr/>
        </p:nvSpPr>
        <p:spPr>
          <a:xfrm>
            <a:off x="648929" y="963561"/>
            <a:ext cx="184731" cy="307777"/>
          </a:xfrm>
          <a:prstGeom prst="rect">
            <a:avLst/>
          </a:prstGeom>
          <a:noFill/>
        </p:spPr>
        <p:txBody>
          <a:bodyPr wrap="none" rtlCol="0">
            <a:spAutoFit/>
          </a:bodyPr>
          <a:lstStyle/>
          <a:p>
            <a:endParaRPr lang="en-IN" dirty="0"/>
          </a:p>
        </p:txBody>
      </p:sp>
      <p:pic>
        <p:nvPicPr>
          <p:cNvPr id="3" name="Picture 2">
            <a:extLst>
              <a:ext uri="{FF2B5EF4-FFF2-40B4-BE49-F238E27FC236}">
                <a16:creationId xmlns:a16="http://schemas.microsoft.com/office/drawing/2014/main" id="{7AE72712-766A-F844-BE48-60049648D8A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72668" y="922206"/>
            <a:ext cx="10970403" cy="5614624"/>
          </a:xfrm>
          <a:prstGeom prst="rect">
            <a:avLst/>
          </a:prstGeom>
        </p:spPr>
      </p:pic>
    </p:spTree>
    <p:extLst>
      <p:ext uri="{BB962C8B-B14F-4D97-AF65-F5344CB8AC3E}">
        <p14:creationId xmlns:p14="http://schemas.microsoft.com/office/powerpoint/2010/main" val="12837656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5DF56252-C662-2BEA-F05D-46BB8B138229}"/>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C2787C70-BDF4-AA37-445D-A62D64257D57}"/>
              </a:ext>
            </a:extLst>
          </p:cNvPr>
          <p:cNvSpPr/>
          <p:nvPr/>
        </p:nvSpPr>
        <p:spPr>
          <a:xfrm>
            <a:off x="537590" y="323239"/>
            <a:ext cx="10283406"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IN" sz="2800" b="1" dirty="0">
                <a:solidFill>
                  <a:schemeClr val="tx1"/>
                </a:solidFill>
              </a:rPr>
              <a:t>Nutrition Agent – Analytics Overview</a:t>
            </a:r>
            <a:endParaRPr sz="2800" b="1" dirty="0">
              <a:solidFill>
                <a:schemeClr val="tx1"/>
              </a:solidFill>
              <a:sym typeface="Times New Roman"/>
            </a:endParaRPr>
          </a:p>
        </p:txBody>
      </p:sp>
      <p:sp>
        <p:nvSpPr>
          <p:cNvPr id="148" name="Google Shape;148;p5">
            <a:extLst>
              <a:ext uri="{FF2B5EF4-FFF2-40B4-BE49-F238E27FC236}">
                <a16:creationId xmlns:a16="http://schemas.microsoft.com/office/drawing/2014/main" id="{4CBBA3B8-7D0C-B23F-9E39-5AECFBDA5F28}"/>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31B452E1-2FDB-F57E-A8C5-1A15087F375B}"/>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C64B2015-497F-FA4A-FE87-522A3178CF2C}"/>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1167998A-C4F7-20B7-D872-5B78D1F206E2}"/>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62B6BBD-6759-48DD-C13A-42E51C275D87}"/>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5EE4B70C-57E3-C9BA-2E68-9FA0012C769A}"/>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148776F8-87D2-7FD5-153D-6792C0A994B2}"/>
              </a:ext>
            </a:extLst>
          </p:cNvPr>
          <p:cNvSpPr txBox="1"/>
          <p:nvPr/>
        </p:nvSpPr>
        <p:spPr>
          <a:xfrm>
            <a:off x="648929" y="963561"/>
            <a:ext cx="184731" cy="307777"/>
          </a:xfrm>
          <a:prstGeom prst="rect">
            <a:avLst/>
          </a:prstGeom>
          <a:noFill/>
        </p:spPr>
        <p:txBody>
          <a:bodyPr wrap="none" rtlCol="0">
            <a:spAutoFit/>
          </a:bodyPr>
          <a:lstStyle/>
          <a:p>
            <a:endParaRPr lang="en-IN" dirty="0"/>
          </a:p>
        </p:txBody>
      </p:sp>
      <p:pic>
        <p:nvPicPr>
          <p:cNvPr id="3" name="Picture 2">
            <a:extLst>
              <a:ext uri="{FF2B5EF4-FFF2-40B4-BE49-F238E27FC236}">
                <a16:creationId xmlns:a16="http://schemas.microsoft.com/office/drawing/2014/main" id="{1B2732F5-911D-8DC3-A8C1-C52D9B47B0EC}"/>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572668" y="944064"/>
            <a:ext cx="10970403" cy="5570907"/>
          </a:xfrm>
          <a:prstGeom prst="rect">
            <a:avLst/>
          </a:prstGeom>
        </p:spPr>
      </p:pic>
    </p:spTree>
    <p:extLst>
      <p:ext uri="{BB962C8B-B14F-4D97-AF65-F5344CB8AC3E}">
        <p14:creationId xmlns:p14="http://schemas.microsoft.com/office/powerpoint/2010/main" val="1597458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EFA1A1DF-BAD2-8792-0E80-985BFEC9ED7D}"/>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D0C48E4A-7B5B-D061-666A-2ADBF33D5670}"/>
              </a:ext>
            </a:extLst>
          </p:cNvPr>
          <p:cNvSpPr/>
          <p:nvPr/>
        </p:nvSpPr>
        <p:spPr>
          <a:xfrm>
            <a:off x="650240" y="323239"/>
            <a:ext cx="8533089"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IN" sz="2800" b="1" dirty="0">
                <a:solidFill>
                  <a:schemeClr val="tx1"/>
                </a:solidFill>
              </a:rPr>
              <a:t>IBM Bob – Project Development &amp; Implementation</a:t>
            </a:r>
            <a:endParaRPr sz="2800" b="1" dirty="0">
              <a:solidFill>
                <a:schemeClr val="tx1"/>
              </a:solidFill>
              <a:sym typeface="Times New Roman"/>
            </a:endParaRPr>
          </a:p>
        </p:txBody>
      </p:sp>
      <p:pic>
        <p:nvPicPr>
          <p:cNvPr id="4" name="Picture 3">
            <a:extLst>
              <a:ext uri="{FF2B5EF4-FFF2-40B4-BE49-F238E27FC236}">
                <a16:creationId xmlns:a16="http://schemas.microsoft.com/office/drawing/2014/main" id="{B62AFBA4-6D26-5D84-C510-454A4599D0DC}"/>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50240" y="924560"/>
            <a:ext cx="11003280" cy="5610201"/>
          </a:xfrm>
          <a:prstGeom prst="rect">
            <a:avLst/>
          </a:prstGeom>
        </p:spPr>
      </p:pic>
    </p:spTree>
    <p:extLst>
      <p:ext uri="{BB962C8B-B14F-4D97-AF65-F5344CB8AC3E}">
        <p14:creationId xmlns:p14="http://schemas.microsoft.com/office/powerpoint/2010/main" val="4201104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609601" y="323239"/>
            <a:ext cx="8485238"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IN" sz="2800" b="1" dirty="0">
                <a:solidFill>
                  <a:schemeClr val="tx1"/>
                </a:solidFill>
              </a:rPr>
              <a:t>IBM Bob – Project Development &amp; Implementation</a:t>
            </a:r>
            <a:endParaRPr lang="en-IN" sz="2800" b="1" dirty="0">
              <a:solidFill>
                <a:schemeClr val="tx1"/>
              </a:solidFill>
              <a:sym typeface="Times New Roman"/>
            </a:endParaRPr>
          </a:p>
        </p:txBody>
      </p:sp>
      <p:pic>
        <p:nvPicPr>
          <p:cNvPr id="4" name="Picture 3">
            <a:extLst>
              <a:ext uri="{FF2B5EF4-FFF2-40B4-BE49-F238E27FC236}">
                <a16:creationId xmlns:a16="http://schemas.microsoft.com/office/drawing/2014/main" id="{26AE77B4-704A-3A83-DF19-A19BAD53F97B}"/>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09601" y="953730"/>
            <a:ext cx="11080954" cy="5673212"/>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8301C0E-F427-9492-5B80-6EBD6275C029}"/>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5761196F-BB6A-7E9E-491E-997281D2FEBC}"/>
              </a:ext>
            </a:extLst>
          </p:cNvPr>
          <p:cNvSpPr/>
          <p:nvPr/>
        </p:nvSpPr>
        <p:spPr>
          <a:xfrm>
            <a:off x="670560" y="323239"/>
            <a:ext cx="8601259"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IN" sz="2800" b="1" dirty="0">
                <a:solidFill>
                  <a:schemeClr val="tx1"/>
                </a:solidFill>
              </a:rPr>
              <a:t>IBM Bob – Project Development &amp; Implementation</a:t>
            </a:r>
            <a:endParaRPr sz="2800" b="1" dirty="0">
              <a:solidFill>
                <a:schemeClr val="tx1"/>
              </a:solidFill>
              <a:sym typeface="Times New Roman"/>
            </a:endParaRPr>
          </a:p>
        </p:txBody>
      </p:sp>
      <p:pic>
        <p:nvPicPr>
          <p:cNvPr id="4" name="Picture 3">
            <a:extLst>
              <a:ext uri="{FF2B5EF4-FFF2-40B4-BE49-F238E27FC236}">
                <a16:creationId xmlns:a16="http://schemas.microsoft.com/office/drawing/2014/main" id="{8BAB50BD-A9F5-2B0E-6131-4B71361ACF4A}"/>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70560" y="924560"/>
            <a:ext cx="11043920" cy="5610201"/>
          </a:xfrm>
          <a:prstGeom prst="rect">
            <a:avLst/>
          </a:prstGeom>
        </p:spPr>
      </p:pic>
    </p:spTree>
    <p:extLst>
      <p:ext uri="{BB962C8B-B14F-4D97-AF65-F5344CB8AC3E}">
        <p14:creationId xmlns:p14="http://schemas.microsoft.com/office/powerpoint/2010/main" val="155516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23220"/>
          </a:xfrm>
          <a:prstGeom prst="rect">
            <a:avLst/>
          </a:prstGeom>
          <a:noFill/>
        </p:spPr>
        <p:txBody>
          <a:bodyPr wrap="square" rtlCol="0">
            <a:spAutoFit/>
          </a:bodyPr>
          <a:lstStyle/>
          <a:p>
            <a:r>
              <a:rPr lang="en-US" sz="2800" b="1" dirty="0"/>
              <a:t>Role of Agentic AI in the solution </a:t>
            </a:r>
            <a:r>
              <a:rPr lang="en-US" sz="2800" dirty="0"/>
              <a:t>–</a:t>
            </a:r>
            <a:endParaRPr lang="en-IN" sz="28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10929742" cy="5324535"/>
          </a:xfrm>
          <a:prstGeom prst="rect">
            <a:avLst/>
          </a:prstGeom>
          <a:noFill/>
        </p:spPr>
        <p:txBody>
          <a:bodyPr wrap="square" rtlCol="0">
            <a:spAutoFit/>
          </a:bodyPr>
          <a:lstStyle/>
          <a:p>
            <a:r>
              <a:rPr lang="en-US" sz="2000" b="1" dirty="0"/>
              <a:t>Role of Agentic AI in Nutrition Agent –</a:t>
            </a:r>
          </a:p>
          <a:p>
            <a:r>
              <a:rPr lang="en-US" sz="2000" b="1" dirty="0"/>
              <a:t>Agentic AI</a:t>
            </a:r>
            <a:r>
              <a:rPr lang="en-US" sz="2000" dirty="0"/>
              <a:t> enables the Nutrition Agent to function as an intelligent, autonomous system rather than a simple chatbot. Using </a:t>
            </a:r>
            <a:r>
              <a:rPr lang="en-US" sz="2000" b="1" dirty="0"/>
              <a:t>IBM watsonx.ai</a:t>
            </a:r>
            <a:r>
              <a:rPr lang="en-US" sz="2000" dirty="0"/>
              <a:t> and </a:t>
            </a:r>
            <a:r>
              <a:rPr lang="en-US" sz="2000" b="1" dirty="0"/>
              <a:t>IBM Granite models</a:t>
            </a:r>
            <a:r>
              <a:rPr lang="en-US" sz="2000" dirty="0"/>
              <a:t>, it coordinates multiple specialized agents to deliver personalized nutrition guidance.</a:t>
            </a:r>
          </a:p>
          <a:p>
            <a:endParaRPr lang="en-US" sz="2000" dirty="0"/>
          </a:p>
          <a:p>
            <a:r>
              <a:rPr lang="en-US" sz="2000" dirty="0"/>
              <a:t>Each agent performs a specific role—such as retrieving nutritional data, generating diet plans, providing health advice, and analyzing food logs—while working collaboratively. This </a:t>
            </a:r>
            <a:r>
              <a:rPr lang="en-US" sz="2000" b="1" dirty="0"/>
              <a:t>multi-agent approach</a:t>
            </a:r>
            <a:r>
              <a:rPr lang="en-US" sz="2000" dirty="0"/>
              <a:t> ensures efficient task execution and accurate results.</a:t>
            </a:r>
          </a:p>
          <a:p>
            <a:endParaRPr lang="en-US" sz="2000" dirty="0"/>
          </a:p>
          <a:p>
            <a:r>
              <a:rPr lang="en-US" sz="2000" dirty="0"/>
              <a:t>Agentic AI also brings </a:t>
            </a:r>
            <a:r>
              <a:rPr lang="en-US" sz="2000" b="1" dirty="0"/>
              <a:t>context awareness</a:t>
            </a:r>
            <a:r>
              <a:rPr lang="en-US" sz="2000" dirty="0"/>
              <a:t>, understanding user details like age, health conditions, and fitness goals to generate tailored recommendations. It supports </a:t>
            </a:r>
            <a:r>
              <a:rPr lang="en-US" sz="2000" b="1" dirty="0"/>
              <a:t>real-time adaptation</a:t>
            </a:r>
            <a:r>
              <a:rPr lang="en-US" sz="2000" dirty="0"/>
              <a:t>, continuously updating suggestions based on user inputs like daily meals.</a:t>
            </a:r>
          </a:p>
          <a:p>
            <a:r>
              <a:rPr lang="en-US" sz="2000" dirty="0"/>
              <a:t>Additionally, agents communicate with each other, enabling better decision-making and improved outcomes.</a:t>
            </a:r>
          </a:p>
          <a:p>
            <a:endParaRPr lang="en-US" sz="2000" dirty="0"/>
          </a:p>
          <a:p>
            <a:r>
              <a:rPr lang="en-US" sz="2000" dirty="0"/>
              <a:t>Overall, Agentic AI makes the system proactive, personalized, and goal-driven, acting like a </a:t>
            </a:r>
            <a:r>
              <a:rPr lang="en-US" sz="2000" b="1" dirty="0"/>
              <a:t>smart digital nutritionist</a:t>
            </a:r>
            <a:r>
              <a:rPr lang="en-US" sz="2000" dirty="0"/>
              <a:t> that helps users maintain a healthy lifestyle.</a:t>
            </a:r>
          </a:p>
        </p:txBody>
      </p:sp>
    </p:spTree>
    <p:extLst>
      <p:ext uri="{BB962C8B-B14F-4D97-AF65-F5344CB8AC3E}">
        <p14:creationId xmlns:p14="http://schemas.microsoft.com/office/powerpoint/2010/main" val="4000696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800" b="1" dirty="0">
                <a:sym typeface="Times New Roman"/>
              </a:rPr>
              <a:t>Token Usage </a:t>
            </a:r>
            <a:r>
              <a:rPr lang="en-US" sz="2800" dirty="0"/>
              <a:t>– </a:t>
            </a:r>
            <a:r>
              <a:rPr lang="en-US" sz="2800" b="1" dirty="0">
                <a:sym typeface="Times New Roman"/>
              </a:rPr>
              <a:t> </a:t>
            </a:r>
            <a:endParaRPr sz="2800" b="1" dirty="0">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1" y="1042133"/>
            <a:ext cx="707656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                                                    </a:t>
            </a:r>
            <a:r>
              <a:rPr lang="en-US" sz="2000" u="sng" dirty="0"/>
              <a:t>7731 token </a:t>
            </a:r>
            <a:r>
              <a:rPr lang="en-US" sz="2000" dirty="0"/>
              <a:t>are used</a:t>
            </a:r>
          </a:p>
        </p:txBody>
      </p:sp>
      <p:pic>
        <p:nvPicPr>
          <p:cNvPr id="12" name="Picture 11">
            <a:extLst>
              <a:ext uri="{FF2B5EF4-FFF2-40B4-BE49-F238E27FC236}">
                <a16:creationId xmlns:a16="http://schemas.microsoft.com/office/drawing/2014/main" id="{3E29AF1D-88C4-87E5-74DF-4E97121E06CE}"/>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114240" y="2142816"/>
            <a:ext cx="5818576" cy="3776203"/>
          </a:xfrm>
          <a:prstGeom prst="rect">
            <a:avLst/>
          </a:prstGeom>
        </p:spPr>
      </p:pic>
      <p:pic>
        <p:nvPicPr>
          <p:cNvPr id="13" name="Picture 12">
            <a:extLst>
              <a:ext uri="{FF2B5EF4-FFF2-40B4-BE49-F238E27FC236}">
                <a16:creationId xmlns:a16="http://schemas.microsoft.com/office/drawing/2014/main" id="{C81444F5-0692-DD67-1759-70821E53B029}"/>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6109140" y="2142816"/>
            <a:ext cx="5958956" cy="3776203"/>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511589"/>
            <a:ext cx="274319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u="sng" dirty="0"/>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467277"/>
            <a:ext cx="305972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u="sng" dirty="0"/>
              <a:t>After the Prompt</a:t>
            </a:r>
          </a:p>
        </p:txBody>
      </p:sp>
    </p:spTree>
    <p:extLst>
      <p:ext uri="{BB962C8B-B14F-4D97-AF65-F5344CB8AC3E}">
        <p14:creationId xmlns:p14="http://schemas.microsoft.com/office/powerpoint/2010/main" val="893417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800" b="1" dirty="0">
                <a:solidFill>
                  <a:schemeClr val="tx1"/>
                </a:solidFill>
                <a:sym typeface="Times New Roman"/>
              </a:rPr>
              <a:t> Project Output Screenshot </a:t>
            </a:r>
            <a:r>
              <a:rPr lang="en-US" sz="2800" dirty="0"/>
              <a:t>–</a:t>
            </a:r>
            <a:endParaRPr sz="2800" b="1" dirty="0">
              <a:solidFill>
                <a:schemeClr val="tx1"/>
              </a:solidFill>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146B9DE6-C4BB-B81B-528A-B8789445C3FE}"/>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509855" y="816977"/>
            <a:ext cx="10964390" cy="5691978"/>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A0D82E6-7C92-6621-003E-44BCFDAA329A}"/>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7B64CB-249B-6944-5851-55C575FC2404}"/>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800" b="1" dirty="0">
                <a:solidFill>
                  <a:schemeClr val="tx1"/>
                </a:solidFill>
                <a:sym typeface="Times New Roman"/>
              </a:rPr>
              <a:t> Project Output Screenshot </a:t>
            </a:r>
            <a:r>
              <a:rPr lang="en-US" sz="2800" dirty="0"/>
              <a:t>–</a:t>
            </a:r>
            <a:endParaRPr sz="2800" b="1" dirty="0">
              <a:solidFill>
                <a:schemeClr val="tx1"/>
              </a:solidFill>
              <a:sym typeface="Times New Roman"/>
            </a:endParaRPr>
          </a:p>
        </p:txBody>
      </p:sp>
      <p:sp>
        <p:nvSpPr>
          <p:cNvPr id="280" name="Google Shape;280;p18">
            <a:extLst>
              <a:ext uri="{FF2B5EF4-FFF2-40B4-BE49-F238E27FC236}">
                <a16:creationId xmlns:a16="http://schemas.microsoft.com/office/drawing/2014/main" id="{4444C356-B5B5-6B2A-9743-728F1A7BE51A}"/>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58CE94F3-F1FB-FC6A-786D-32DC8BC5338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39EA6D01-5400-8CB2-5512-A665E0635E10}"/>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7CDC474C-DA4E-39EA-4178-5358DD0111CE}"/>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509855" y="816978"/>
            <a:ext cx="10993887" cy="5819796"/>
          </a:xfrm>
          <a:prstGeom prst="rect">
            <a:avLst/>
          </a:prstGeom>
        </p:spPr>
      </p:pic>
    </p:spTree>
    <p:extLst>
      <p:ext uri="{BB962C8B-B14F-4D97-AF65-F5344CB8AC3E}">
        <p14:creationId xmlns:p14="http://schemas.microsoft.com/office/powerpoint/2010/main" val="1521504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4DB1332F-0DB3-F458-3D34-A8EC98FFB63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E8E1BA7C-8AB2-7F48-4E31-B93F304A46CE}"/>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800" b="1" dirty="0">
                <a:solidFill>
                  <a:schemeClr val="tx1"/>
                </a:solidFill>
                <a:sym typeface="Times New Roman"/>
              </a:rPr>
              <a:t> Project Output Screenshot </a:t>
            </a:r>
            <a:r>
              <a:rPr lang="en-US" sz="2800" dirty="0"/>
              <a:t>–</a:t>
            </a:r>
            <a:endParaRPr sz="2800" b="1" dirty="0">
              <a:solidFill>
                <a:schemeClr val="tx1"/>
              </a:solidFill>
              <a:sym typeface="Times New Roman"/>
            </a:endParaRPr>
          </a:p>
        </p:txBody>
      </p:sp>
      <p:sp>
        <p:nvSpPr>
          <p:cNvPr id="280" name="Google Shape;280;p18">
            <a:extLst>
              <a:ext uri="{FF2B5EF4-FFF2-40B4-BE49-F238E27FC236}">
                <a16:creationId xmlns:a16="http://schemas.microsoft.com/office/drawing/2014/main" id="{09D31226-2462-38DC-5481-02F9538A505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5D98342-9E15-AA39-76DB-E6B21869F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3E68E4-9D4D-0099-71F1-819A5E592CE9}"/>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60C03430-F6C8-6063-D0E4-31D7471C1367}"/>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511277" y="816978"/>
            <a:ext cx="11132733" cy="5800132"/>
          </a:xfrm>
          <a:prstGeom prst="rect">
            <a:avLst/>
          </a:prstGeom>
        </p:spPr>
      </p:pic>
    </p:spTree>
    <p:extLst>
      <p:ext uri="{BB962C8B-B14F-4D97-AF65-F5344CB8AC3E}">
        <p14:creationId xmlns:p14="http://schemas.microsoft.com/office/powerpoint/2010/main" val="22891671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F4C2AD44-8F35-0E8F-C6D6-8A6E80C4E42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3B669F8-7A5B-B9BB-2568-3BF01DACC60E}"/>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800" b="1" dirty="0">
                <a:solidFill>
                  <a:schemeClr val="tx1"/>
                </a:solidFill>
                <a:sym typeface="Times New Roman"/>
              </a:rPr>
              <a:t> Project Output Screenshot </a:t>
            </a:r>
            <a:r>
              <a:rPr lang="en-US" sz="2800" dirty="0"/>
              <a:t>–</a:t>
            </a:r>
            <a:endParaRPr sz="2800" b="1" dirty="0">
              <a:solidFill>
                <a:schemeClr val="tx1"/>
              </a:solidFill>
              <a:sym typeface="Times New Roman"/>
            </a:endParaRPr>
          </a:p>
        </p:txBody>
      </p:sp>
      <p:sp>
        <p:nvSpPr>
          <p:cNvPr id="280" name="Google Shape;280;p18">
            <a:extLst>
              <a:ext uri="{FF2B5EF4-FFF2-40B4-BE49-F238E27FC236}">
                <a16:creationId xmlns:a16="http://schemas.microsoft.com/office/drawing/2014/main" id="{49577F7A-E7A5-D400-9DC8-A51B465341D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D139D0D-99F9-28D4-A7B2-9F957AF2D9B7}"/>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CFF55107-031C-298D-C14A-609323AA55C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10162FD7-B8A6-1614-2F14-26FA3D7992C9}"/>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491613" y="816978"/>
            <a:ext cx="11159613" cy="5780468"/>
          </a:xfrm>
          <a:prstGeom prst="rect">
            <a:avLst/>
          </a:prstGeom>
        </p:spPr>
      </p:pic>
    </p:spTree>
    <p:extLst>
      <p:ext uri="{BB962C8B-B14F-4D97-AF65-F5344CB8AC3E}">
        <p14:creationId xmlns:p14="http://schemas.microsoft.com/office/powerpoint/2010/main" val="36174296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346978"/>
            <a:ext cx="7123176" cy="523220"/>
          </a:xfrm>
          <a:prstGeom prst="rect">
            <a:avLst/>
          </a:prstGeom>
          <a:noFill/>
        </p:spPr>
        <p:txBody>
          <a:bodyPr wrap="square" rtlCol="0">
            <a:spAutoFit/>
          </a:bodyPr>
          <a:lstStyle/>
          <a:p>
            <a:r>
              <a:rPr lang="en-IN" sz="2800" b="1" dirty="0"/>
              <a:t>Novelty and Uniqueness </a:t>
            </a:r>
            <a:r>
              <a:rPr lang="en-US" sz="2800" dirty="0"/>
              <a:t>–</a:t>
            </a:r>
            <a:endParaRPr lang="en-IN" sz="28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846063" y="1138181"/>
            <a:ext cx="10352879" cy="5016758"/>
          </a:xfrm>
          <a:prstGeom prst="rect">
            <a:avLst/>
          </a:prstGeom>
          <a:noFill/>
        </p:spPr>
        <p:txBody>
          <a:bodyPr wrap="square" rtlCol="0">
            <a:spAutoFit/>
          </a:bodyPr>
          <a:lstStyle/>
          <a:p>
            <a:r>
              <a:rPr lang="en-IN" sz="2000" dirty="0"/>
              <a:t>The Nutrition Agent provides a simple and interactive way to get nutrition-related guidance using </a:t>
            </a:r>
            <a:r>
              <a:rPr lang="en-IN" sz="2000" b="1" dirty="0"/>
              <a:t>Agentic AI and the IBM Granite model</a:t>
            </a:r>
            <a:r>
              <a:rPr lang="en-IN" sz="2000" dirty="0"/>
              <a:t>.</a:t>
            </a:r>
          </a:p>
          <a:p>
            <a:endParaRPr lang="en-IN" sz="2000" dirty="0"/>
          </a:p>
          <a:p>
            <a:pPr marL="342900" indent="-342900">
              <a:buFont typeface="Arial" panose="020B0604020202020204" pitchFamily="34" charset="0"/>
              <a:buChar char="•"/>
            </a:pPr>
            <a:r>
              <a:rPr lang="en-IN" sz="2000" b="1" dirty="0"/>
              <a:t>AI-Based Interaction</a:t>
            </a:r>
            <a:r>
              <a:rPr lang="en-IN" sz="2000" dirty="0"/>
              <a:t> – Understands the user's nutrition-related queries and generates relevant responses.</a:t>
            </a:r>
          </a:p>
          <a:p>
            <a:pPr marL="342900" indent="-342900">
              <a:buFont typeface="Arial" panose="020B0604020202020204" pitchFamily="34" charset="0"/>
              <a:buChar char="•"/>
            </a:pPr>
            <a:r>
              <a:rPr lang="en-IN" sz="2000" b="1" dirty="0"/>
              <a:t>Personalized Guidance</a:t>
            </a:r>
            <a:r>
              <a:rPr lang="en-IN" sz="2000" dirty="0"/>
              <a:t> – Provides suggestions based on the information and requirements shared by the user.</a:t>
            </a:r>
          </a:p>
          <a:p>
            <a:pPr marL="342900" indent="-342900">
              <a:buFont typeface="Arial" panose="020B0604020202020204" pitchFamily="34" charset="0"/>
              <a:buChar char="•"/>
            </a:pPr>
            <a:r>
              <a:rPr lang="en-IN" sz="2000" b="1" dirty="0"/>
              <a:t>Structured Workflow</a:t>
            </a:r>
            <a:r>
              <a:rPr lang="en-IN" sz="2000" dirty="0"/>
              <a:t> – Processes the user's request through the defined agent workflow before generating the response.</a:t>
            </a:r>
          </a:p>
          <a:p>
            <a:pPr marL="342900" indent="-342900">
              <a:buFont typeface="Arial" panose="020B0604020202020204" pitchFamily="34" charset="0"/>
              <a:buChar char="•"/>
            </a:pPr>
            <a:r>
              <a:rPr lang="en-IN" sz="2000" b="1" dirty="0"/>
              <a:t>Nutrition-Focused Assistance</a:t>
            </a:r>
            <a:r>
              <a:rPr lang="en-IN" sz="2000" dirty="0"/>
              <a:t> – Helps users understand nutrition-related information and make better-informed food choices.</a:t>
            </a:r>
          </a:p>
          <a:p>
            <a:pPr marL="342900" indent="-342900">
              <a:buFont typeface="Arial" panose="020B0604020202020204" pitchFamily="34" charset="0"/>
              <a:buChar char="•"/>
            </a:pPr>
            <a:r>
              <a:rPr lang="en-IN" sz="2000" b="1" dirty="0"/>
              <a:t>IBM Technology Integration</a:t>
            </a:r>
            <a:r>
              <a:rPr lang="en-IN" sz="2000" dirty="0"/>
              <a:t> – Built using IBM Bob, IBM Cloud, and the </a:t>
            </a:r>
            <a:r>
              <a:rPr lang="en-IN" sz="2000" b="1" dirty="0"/>
              <a:t>Granite 4 H Small (granite-4-h-small)</a:t>
            </a:r>
            <a:r>
              <a:rPr lang="en-IN" sz="2000" dirty="0"/>
              <a:t> model.</a:t>
            </a:r>
          </a:p>
          <a:p>
            <a:endParaRPr lang="en-IN" sz="2000" dirty="0"/>
          </a:p>
          <a:p>
            <a:r>
              <a:rPr lang="en-IN" sz="2000" dirty="0"/>
              <a:t>Overall, the solution combines an </a:t>
            </a:r>
            <a:r>
              <a:rPr lang="en-IN" sz="2000" b="1" dirty="0"/>
              <a:t>AI-based workflow with nutrition-focused guidance</a:t>
            </a:r>
            <a:r>
              <a:rPr lang="en-IN" sz="2000" dirty="0"/>
              <a:t> to provide a more interactive experience than a basic static information system.</a:t>
            </a:r>
          </a:p>
        </p:txBody>
      </p:sp>
    </p:spTree>
    <p:extLst>
      <p:ext uri="{BB962C8B-B14F-4D97-AF65-F5344CB8AC3E}">
        <p14:creationId xmlns:p14="http://schemas.microsoft.com/office/powerpoint/2010/main" val="23252822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lvl="0">
              <a:lnSpc>
                <a:spcPct val="157142"/>
              </a:lnSpc>
              <a:buClr>
                <a:srgbClr val="051D3A"/>
              </a:buClr>
              <a:buSzPts val="3500"/>
            </a:pPr>
            <a:r>
              <a:rPr lang="en-US" sz="2800" b="1" dirty="0">
                <a:sym typeface="Times New Roman"/>
              </a:rPr>
              <a:t>Git Hub Link </a:t>
            </a:r>
            <a:r>
              <a:rPr lang="en-US" sz="2800" dirty="0"/>
              <a:t>–</a:t>
            </a:r>
            <a:endParaRPr sz="28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67892" y="1153713"/>
            <a:ext cx="5526205" cy="542776"/>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2000" dirty="0">
                <a:solidFill>
                  <a:srgbClr val="2B3541"/>
                </a:solidFill>
                <a:latin typeface="Times New Roman"/>
                <a:ea typeface="Times New Roman"/>
                <a:cs typeface="Times New Roman"/>
                <a:sym typeface="Times New Roman"/>
              </a:rPr>
              <a:t>https://github.com/architchaurasiya/nutrition-agent</a:t>
            </a:r>
            <a:endParaRPr sz="20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243753"/>
            <a:ext cx="2812502" cy="704017"/>
          </a:xfrm>
          <a:prstGeom prst="rect">
            <a:avLst/>
          </a:prstGeom>
          <a:noFill/>
          <a:ln>
            <a:noFill/>
          </a:ln>
        </p:spPr>
        <p:txBody>
          <a:bodyPr spcFirstLastPara="1" wrap="square" lIns="0" tIns="0" rIns="0" bIns="0" anchor="t" anchorCtr="0">
            <a:noAutofit/>
          </a:bodyPr>
          <a:lstStyle/>
          <a:p>
            <a:pPr lvl="0">
              <a:lnSpc>
                <a:spcPct val="157142"/>
              </a:lnSpc>
              <a:buClr>
                <a:srgbClr val="051D3A"/>
              </a:buClr>
              <a:buSzPts val="3500"/>
            </a:pPr>
            <a:r>
              <a:rPr lang="en-US" sz="2800" b="1" dirty="0">
                <a:sym typeface="Times New Roman"/>
              </a:rPr>
              <a:t>Future Scope </a:t>
            </a:r>
            <a:r>
              <a:rPr lang="en-US" sz="2800" dirty="0"/>
              <a:t>–</a:t>
            </a:r>
            <a:r>
              <a:rPr lang="en-US" sz="2800" b="1" dirty="0">
                <a:sym typeface="Times New Roman"/>
              </a:rPr>
              <a:t> </a:t>
            </a:r>
            <a:endParaRPr sz="28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985739"/>
            <a:ext cx="9214580" cy="5628508"/>
          </a:xfrm>
          <a:prstGeom prst="rect">
            <a:avLst/>
          </a:prstGeom>
          <a:noFill/>
          <a:ln>
            <a:noFill/>
          </a:ln>
        </p:spPr>
        <p:txBody>
          <a:bodyPr spcFirstLastPara="1" wrap="square" lIns="0" tIns="0" rIns="0" bIns="0" anchor="t" anchorCtr="0">
            <a:noAutofit/>
          </a:bodyPr>
          <a:lstStyle/>
          <a:p>
            <a:r>
              <a:rPr lang="en-IN" sz="2000" b="1" dirty="0"/>
              <a:t>1. Integration with Wearables &amp; Health Devices</a:t>
            </a:r>
            <a:r>
              <a:rPr lang="en-IN" sz="2000" dirty="0"/>
              <a:t> –</a:t>
            </a:r>
            <a:br>
              <a:rPr lang="en-IN" sz="2000" dirty="0"/>
            </a:br>
            <a:r>
              <a:rPr lang="en-IN" sz="2000" dirty="0"/>
              <a:t>The Nutrition Agent can be integrated with smartwatches and fitness trackers to use information such as daily activity, calories burned, heart rate, and sleep patterns. This can help provide more personalized nutrition suggestions based on user activity.</a:t>
            </a:r>
          </a:p>
          <a:p>
            <a:endParaRPr lang="en-IN" sz="2000" dirty="0"/>
          </a:p>
          <a:p>
            <a:r>
              <a:rPr lang="en-IN" sz="2000" b="1" dirty="0"/>
              <a:t>2. AI-Powered Voice Assistant &amp; Multilingual Support</a:t>
            </a:r>
            <a:r>
              <a:rPr lang="en-IN" sz="2000" dirty="0"/>
              <a:t> –</a:t>
            </a:r>
            <a:br>
              <a:rPr lang="en-IN" sz="2000" dirty="0"/>
            </a:br>
            <a:r>
              <a:rPr lang="en-IN" sz="2000" dirty="0"/>
              <a:t>A future version can support voice-based interaction and multiple languages, making the Nutrition Agent easier to use for people who prefer speaking or interacting in their regional language.</a:t>
            </a:r>
          </a:p>
          <a:p>
            <a:endParaRPr lang="en-IN" sz="2000" dirty="0"/>
          </a:p>
          <a:p>
            <a:r>
              <a:rPr lang="en-IN" sz="2000" b="1" dirty="0"/>
              <a:t>3. Improved Personalization</a:t>
            </a:r>
            <a:r>
              <a:rPr lang="en-IN" sz="2000" dirty="0"/>
              <a:t> –</a:t>
            </a:r>
            <a:br>
              <a:rPr lang="en-IN" sz="2000" dirty="0"/>
            </a:br>
            <a:r>
              <a:rPr lang="en-IN" sz="2000" dirty="0"/>
              <a:t>The system can be enhanced to consider more user preferences, dietary habits, and changing requirements while generating nutrition-related suggestions.</a:t>
            </a:r>
          </a:p>
          <a:p>
            <a:endParaRPr lang="en-IN" sz="2000" dirty="0"/>
          </a:p>
          <a:p>
            <a:r>
              <a:rPr lang="en-IN" sz="2000" b="1" dirty="0"/>
              <a:t>4. Interactive Nutrition Dashboard</a:t>
            </a:r>
            <a:r>
              <a:rPr lang="en-IN" sz="2000" dirty="0"/>
              <a:t> –</a:t>
            </a:r>
            <a:br>
              <a:rPr lang="en-IN" sz="2000" dirty="0"/>
            </a:br>
            <a:r>
              <a:rPr lang="en-IN" sz="2000" dirty="0"/>
              <a:t>A dashboard can be added in the future to help users view their nutrition information, meal history, and progress in a simple visual format.</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 :</a:t>
            </a:r>
            <a:r>
              <a:rPr lang="en-US" sz="2800" dirty="0"/>
              <a:t>–</a:t>
            </a:r>
            <a:endParaRPr lang="en-US" sz="2800" b="1" dirty="0"/>
          </a:p>
          <a:p>
            <a:pPr algn="ctr"/>
            <a:endParaRPr lang="en-US" sz="2800" dirty="0"/>
          </a:p>
        </p:txBody>
      </p:sp>
      <p:sp>
        <p:nvSpPr>
          <p:cNvPr id="3" name="TextBox 2">
            <a:extLst>
              <a:ext uri="{FF2B5EF4-FFF2-40B4-BE49-F238E27FC236}">
                <a16:creationId xmlns:a16="http://schemas.microsoft.com/office/drawing/2014/main" id="{4837D5EE-379B-FDC5-0854-8AC81D31FADF}"/>
              </a:ext>
            </a:extLst>
          </p:cNvPr>
          <p:cNvSpPr txBox="1"/>
          <p:nvPr/>
        </p:nvSpPr>
        <p:spPr>
          <a:xfrm>
            <a:off x="2862631" y="867043"/>
            <a:ext cx="657633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(Getting Started with Artificial Intelligence)  </a:t>
            </a:r>
          </a:p>
        </p:txBody>
      </p:sp>
      <p:pic>
        <p:nvPicPr>
          <p:cNvPr id="5" name="Picture 4">
            <a:extLst>
              <a:ext uri="{FF2B5EF4-FFF2-40B4-BE49-F238E27FC236}">
                <a16:creationId xmlns:a16="http://schemas.microsoft.com/office/drawing/2014/main" id="{ECA1DC75-9677-2534-42C6-0CCDB0680091}"/>
              </a:ext>
            </a:extLst>
          </p:cNvPr>
          <p:cNvPicPr>
            <a:picLocks noChangeAspect="1"/>
          </p:cNvPicPr>
          <p:nvPr/>
        </p:nvPicPr>
        <p:blipFill>
          <a:blip r:embed="rId2"/>
          <a:srcRect/>
          <a:stretch/>
        </p:blipFill>
        <p:spPr>
          <a:xfrm>
            <a:off x="1641988" y="1544152"/>
            <a:ext cx="8436078" cy="4610842"/>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9C3698-991D-7A38-C456-893C84C23FC9}"/>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661652" y="1477579"/>
            <a:ext cx="8632721" cy="4844564"/>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304512" y="206727"/>
            <a:ext cx="4129836"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i="0" u="none" strike="noStrike" baseline="0" dirty="0">
                <a:solidFill>
                  <a:srgbClr val="000000"/>
                </a:solidFill>
                <a:latin typeface="Arial"/>
              </a:rPr>
              <a:t>Certificates Earned :</a:t>
            </a:r>
            <a:r>
              <a:rPr lang="en-US" sz="2800" dirty="0"/>
              <a:t>– </a:t>
            </a:r>
            <a:r>
              <a:rPr sz="2800" b="0" i="0" dirty="0">
                <a:solidFill>
                  <a:srgbClr val="000000"/>
                </a:solidFill>
                <a:latin typeface="Arial"/>
                <a:ea typeface="Arial"/>
                <a:cs typeface="Arial"/>
              </a:rPr>
              <a:t>​</a:t>
            </a:r>
            <a:endParaRPr lang="en-US" sz="2800" dirty="0"/>
          </a:p>
          <a:p>
            <a:pPr algn="ctr"/>
            <a:endParaRPr lang="en-US" sz="2800" dirty="0"/>
          </a:p>
        </p:txBody>
      </p:sp>
      <p:sp>
        <p:nvSpPr>
          <p:cNvPr id="6" name="TextBox 5">
            <a:extLst>
              <a:ext uri="{FF2B5EF4-FFF2-40B4-BE49-F238E27FC236}">
                <a16:creationId xmlns:a16="http://schemas.microsoft.com/office/drawing/2014/main" id="{C0D36B1A-26C2-CD55-1032-4CB5E4EDF305}"/>
              </a:ext>
            </a:extLst>
          </p:cNvPr>
          <p:cNvSpPr txBox="1"/>
          <p:nvPr/>
        </p:nvSpPr>
        <p:spPr>
          <a:xfrm>
            <a:off x="2817259" y="879128"/>
            <a:ext cx="592361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000" b="1" dirty="0"/>
              <a:t>(Lab: Troubleshoot Your Code Using IBM Bob)</a:t>
            </a:r>
            <a:endParaRPr lang="en-US" sz="2000" b="1" dirty="0"/>
          </a:p>
        </p:txBody>
      </p:sp>
    </p:spTree>
    <p:extLst>
      <p:ext uri="{BB962C8B-B14F-4D97-AF65-F5344CB8AC3E}">
        <p14:creationId xmlns:p14="http://schemas.microsoft.com/office/powerpoint/2010/main" val="41751777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581</TotalTime>
  <Words>1011</Words>
  <Application>Microsoft Office PowerPoint</Application>
  <PresentationFormat>Widescreen</PresentationFormat>
  <Paragraphs>122</Paragraphs>
  <Slides>23</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Archit Chaurasiya</cp:lastModifiedBy>
  <cp:revision>5</cp:revision>
  <dcterms:created xsi:type="dcterms:W3CDTF">2025-07-08T05:06:56Z</dcterms:created>
  <dcterms:modified xsi:type="dcterms:W3CDTF">2026-09-10T21:45:21Z</dcterms:modified>
</cp:coreProperties>
</file>